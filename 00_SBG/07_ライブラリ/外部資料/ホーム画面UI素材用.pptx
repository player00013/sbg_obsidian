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428" r:id="rId2"/>
    <p:sldId id="463" r:id="rId3"/>
    <p:sldId id="465" r:id="rId4"/>
    <p:sldId id="464" r:id="rId5"/>
    <p:sldId id="406" r:id="rId6"/>
    <p:sldId id="407" r:id="rId7"/>
    <p:sldId id="404" r:id="rId8"/>
    <p:sldId id="408" r:id="rId9"/>
    <p:sldId id="413" r:id="rId10"/>
    <p:sldId id="414" r:id="rId11"/>
    <p:sldId id="412" r:id="rId12"/>
    <p:sldId id="468" r:id="rId13"/>
    <p:sldId id="415" r:id="rId14"/>
    <p:sldId id="441" r:id="rId15"/>
    <p:sldId id="459" r:id="rId16"/>
    <p:sldId id="467" r:id="rId17"/>
    <p:sldId id="446" r:id="rId18"/>
    <p:sldId id="416" r:id="rId19"/>
    <p:sldId id="418" r:id="rId20"/>
    <p:sldId id="420" r:id="rId21"/>
    <p:sldId id="419" r:id="rId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0C7D6D-1B42-EA4F-1534-69BFE71BA838}" name="13 player" initials="1p" userId="4bba8ad8e7ff213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660066"/>
    <a:srgbClr val="FF99FF"/>
    <a:srgbClr val="FF66FF"/>
    <a:srgbClr val="FFA4F3"/>
    <a:srgbClr val="000000"/>
    <a:srgbClr val="CC66FF"/>
    <a:srgbClr val="F2F2F2"/>
    <a:srgbClr val="003300"/>
    <a:srgbClr val="FFD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266" autoAdjust="0"/>
  </p:normalViewPr>
  <p:slideViewPr>
    <p:cSldViewPr snapToGrid="0">
      <p:cViewPr varScale="1">
        <p:scale>
          <a:sx n="119" d="100"/>
          <a:sy n="119" d="100"/>
        </p:scale>
        <p:origin x="279"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093AA6-0F5F-4786-9525-F4BA97215253}" type="datetimeFigureOut">
              <a:rPr kumimoji="1" lang="ja-JP" altLang="en-US" smtClean="0"/>
              <a:t>2026/9/12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4DA10E-0DA4-46F9-B706-1BFF6481306D}" type="slidenum">
              <a:rPr kumimoji="1" lang="ja-JP" altLang="en-US" smtClean="0"/>
              <a:t>‹#›</a:t>
            </a:fld>
            <a:endParaRPr kumimoji="1" lang="ja-JP" altLang="en-US"/>
          </a:p>
        </p:txBody>
      </p:sp>
    </p:spTree>
    <p:extLst>
      <p:ext uri="{BB962C8B-B14F-4D97-AF65-F5344CB8AC3E}">
        <p14:creationId xmlns:p14="http://schemas.microsoft.com/office/powerpoint/2010/main" val="244004545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3D92B0-B9A4-FB80-9168-CA93D6A0ABFA}"/>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A9D32C2-2F4D-FF75-990E-8F78053DB4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35C6269-7DA2-10D0-B276-147DA9D16E0F}"/>
              </a:ext>
            </a:extLst>
          </p:cNvPr>
          <p:cNvSpPr>
            <a:spLocks noGrp="1"/>
          </p:cNvSpPr>
          <p:nvPr>
            <p:ph type="dt" sz="half" idx="10"/>
          </p:nvPr>
        </p:nvSpPr>
        <p:spPr/>
        <p:txBody>
          <a:bodyPr/>
          <a:lstStyle/>
          <a:p>
            <a:fld id="{C808E340-6AD8-496E-9C74-9B74DCAC15BC}" type="datetimeFigureOut">
              <a:rPr kumimoji="1" lang="ja-JP" altLang="en-US" smtClean="0"/>
              <a:t>2026/9/12</a:t>
            </a:fld>
            <a:endParaRPr kumimoji="1" lang="ja-JP" altLang="en-US"/>
          </a:p>
        </p:txBody>
      </p:sp>
      <p:sp>
        <p:nvSpPr>
          <p:cNvPr id="5" name="フッター プレースホルダー 4">
            <a:extLst>
              <a:ext uri="{FF2B5EF4-FFF2-40B4-BE49-F238E27FC236}">
                <a16:creationId xmlns:a16="http://schemas.microsoft.com/office/drawing/2014/main" id="{33CCC8D3-84BC-72AB-C8B8-9CFC038BB2D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85289B3-AA6E-976C-6C09-2761EF114B15}"/>
              </a:ext>
            </a:extLst>
          </p:cNvPr>
          <p:cNvSpPr>
            <a:spLocks noGrp="1"/>
          </p:cNvSpPr>
          <p:nvPr>
            <p:ph type="sldNum" sz="quarter" idx="12"/>
          </p:nvPr>
        </p:nvSpPr>
        <p:spPr/>
        <p:txBody>
          <a:bodyPr/>
          <a:lstStyle/>
          <a:p>
            <a:fld id="{4D668A2D-7F78-4A6C-A7BB-DA79F18C630D}" type="slidenum">
              <a:rPr kumimoji="1" lang="ja-JP" altLang="en-US" smtClean="0"/>
              <a:t>‹#›</a:t>
            </a:fld>
            <a:endParaRPr kumimoji="1" lang="ja-JP" altLang="en-US"/>
          </a:p>
        </p:txBody>
      </p:sp>
    </p:spTree>
    <p:extLst>
      <p:ext uri="{BB962C8B-B14F-4D97-AF65-F5344CB8AC3E}">
        <p14:creationId xmlns:p14="http://schemas.microsoft.com/office/powerpoint/2010/main" val="3377503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894056-D279-AC76-A5E1-077A30B6D79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A689F80-3AB2-15EE-946E-17B20EA26C1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B181C5-7492-FE1D-EF90-014CAEE3A34F}"/>
              </a:ext>
            </a:extLst>
          </p:cNvPr>
          <p:cNvSpPr>
            <a:spLocks noGrp="1"/>
          </p:cNvSpPr>
          <p:nvPr>
            <p:ph type="dt" sz="half" idx="10"/>
          </p:nvPr>
        </p:nvSpPr>
        <p:spPr/>
        <p:txBody>
          <a:bodyPr/>
          <a:lstStyle/>
          <a:p>
            <a:fld id="{C808E340-6AD8-496E-9C74-9B74DCAC15BC}" type="datetimeFigureOut">
              <a:rPr kumimoji="1" lang="ja-JP" altLang="en-US" smtClean="0"/>
              <a:t>2026/9/12</a:t>
            </a:fld>
            <a:endParaRPr kumimoji="1" lang="ja-JP" altLang="en-US"/>
          </a:p>
        </p:txBody>
      </p:sp>
      <p:sp>
        <p:nvSpPr>
          <p:cNvPr id="5" name="フッター プレースホルダー 4">
            <a:extLst>
              <a:ext uri="{FF2B5EF4-FFF2-40B4-BE49-F238E27FC236}">
                <a16:creationId xmlns:a16="http://schemas.microsoft.com/office/drawing/2014/main" id="{7D507297-A6AB-A860-B006-6DF36CC18B6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9E6433-A367-E39F-4B88-25F65119884D}"/>
              </a:ext>
            </a:extLst>
          </p:cNvPr>
          <p:cNvSpPr>
            <a:spLocks noGrp="1"/>
          </p:cNvSpPr>
          <p:nvPr>
            <p:ph type="sldNum" sz="quarter" idx="12"/>
          </p:nvPr>
        </p:nvSpPr>
        <p:spPr/>
        <p:txBody>
          <a:bodyPr/>
          <a:lstStyle/>
          <a:p>
            <a:fld id="{4D668A2D-7F78-4A6C-A7BB-DA79F18C630D}" type="slidenum">
              <a:rPr kumimoji="1" lang="ja-JP" altLang="en-US" smtClean="0"/>
              <a:t>‹#›</a:t>
            </a:fld>
            <a:endParaRPr kumimoji="1" lang="ja-JP" altLang="en-US"/>
          </a:p>
        </p:txBody>
      </p:sp>
    </p:spTree>
    <p:extLst>
      <p:ext uri="{BB962C8B-B14F-4D97-AF65-F5344CB8AC3E}">
        <p14:creationId xmlns:p14="http://schemas.microsoft.com/office/powerpoint/2010/main" val="503464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8609FB-13BC-0F96-36F3-42144C6AB4C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68538E2-8353-C183-0503-D60CDBF2F8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DA15D56-DDDA-8178-D2F5-B09D68BC8973}"/>
              </a:ext>
            </a:extLst>
          </p:cNvPr>
          <p:cNvSpPr>
            <a:spLocks noGrp="1"/>
          </p:cNvSpPr>
          <p:nvPr>
            <p:ph type="dt" sz="half" idx="10"/>
          </p:nvPr>
        </p:nvSpPr>
        <p:spPr/>
        <p:txBody>
          <a:bodyPr/>
          <a:lstStyle/>
          <a:p>
            <a:fld id="{C808E340-6AD8-496E-9C74-9B74DCAC15BC}" type="datetimeFigureOut">
              <a:rPr kumimoji="1" lang="ja-JP" altLang="en-US" smtClean="0"/>
              <a:t>2026/9/12</a:t>
            </a:fld>
            <a:endParaRPr kumimoji="1" lang="ja-JP" altLang="en-US"/>
          </a:p>
        </p:txBody>
      </p:sp>
      <p:sp>
        <p:nvSpPr>
          <p:cNvPr id="5" name="フッター プレースホルダー 4">
            <a:extLst>
              <a:ext uri="{FF2B5EF4-FFF2-40B4-BE49-F238E27FC236}">
                <a16:creationId xmlns:a16="http://schemas.microsoft.com/office/drawing/2014/main" id="{B5793EE2-7307-3233-C38B-D4B915D900E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A466104-B2CA-F1F5-AFA5-049F808B4B48}"/>
              </a:ext>
            </a:extLst>
          </p:cNvPr>
          <p:cNvSpPr>
            <a:spLocks noGrp="1"/>
          </p:cNvSpPr>
          <p:nvPr>
            <p:ph type="sldNum" sz="quarter" idx="12"/>
          </p:nvPr>
        </p:nvSpPr>
        <p:spPr/>
        <p:txBody>
          <a:bodyPr/>
          <a:lstStyle/>
          <a:p>
            <a:fld id="{4D668A2D-7F78-4A6C-A7BB-DA79F18C630D}" type="slidenum">
              <a:rPr kumimoji="1" lang="ja-JP" altLang="en-US" smtClean="0"/>
              <a:t>‹#›</a:t>
            </a:fld>
            <a:endParaRPr kumimoji="1" lang="ja-JP" altLang="en-US"/>
          </a:p>
        </p:txBody>
      </p:sp>
    </p:spTree>
    <p:extLst>
      <p:ext uri="{BB962C8B-B14F-4D97-AF65-F5344CB8AC3E}">
        <p14:creationId xmlns:p14="http://schemas.microsoft.com/office/powerpoint/2010/main" val="1078665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3EB229-D93F-F155-0A84-14F7E26E976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B4ABF2F-2181-0B4E-7129-FAA608D8EB5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900505B-1942-766C-78CC-4D6BF83BC79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0CBA73E-6A48-98E1-633B-328CE3954766}"/>
              </a:ext>
            </a:extLst>
          </p:cNvPr>
          <p:cNvSpPr>
            <a:spLocks noGrp="1"/>
          </p:cNvSpPr>
          <p:nvPr>
            <p:ph type="dt" sz="half" idx="10"/>
          </p:nvPr>
        </p:nvSpPr>
        <p:spPr/>
        <p:txBody>
          <a:bodyPr/>
          <a:lstStyle/>
          <a:p>
            <a:fld id="{C808E340-6AD8-496E-9C74-9B74DCAC15BC}" type="datetimeFigureOut">
              <a:rPr kumimoji="1" lang="ja-JP" altLang="en-US" smtClean="0"/>
              <a:t>2026/9/12</a:t>
            </a:fld>
            <a:endParaRPr kumimoji="1" lang="ja-JP" altLang="en-US"/>
          </a:p>
        </p:txBody>
      </p:sp>
      <p:sp>
        <p:nvSpPr>
          <p:cNvPr id="6" name="フッター プレースホルダー 5">
            <a:extLst>
              <a:ext uri="{FF2B5EF4-FFF2-40B4-BE49-F238E27FC236}">
                <a16:creationId xmlns:a16="http://schemas.microsoft.com/office/drawing/2014/main" id="{A0A26281-B1DC-4088-F724-7D06038BEA3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6017136-C3AE-8CE5-9649-B2407916ED04}"/>
              </a:ext>
            </a:extLst>
          </p:cNvPr>
          <p:cNvSpPr>
            <a:spLocks noGrp="1"/>
          </p:cNvSpPr>
          <p:nvPr>
            <p:ph type="sldNum" sz="quarter" idx="12"/>
          </p:nvPr>
        </p:nvSpPr>
        <p:spPr/>
        <p:txBody>
          <a:bodyPr/>
          <a:lstStyle/>
          <a:p>
            <a:fld id="{4D668A2D-7F78-4A6C-A7BB-DA79F18C630D}" type="slidenum">
              <a:rPr kumimoji="1" lang="ja-JP" altLang="en-US" smtClean="0"/>
              <a:t>‹#›</a:t>
            </a:fld>
            <a:endParaRPr kumimoji="1" lang="ja-JP" altLang="en-US"/>
          </a:p>
        </p:txBody>
      </p:sp>
    </p:spTree>
    <p:extLst>
      <p:ext uri="{BB962C8B-B14F-4D97-AF65-F5344CB8AC3E}">
        <p14:creationId xmlns:p14="http://schemas.microsoft.com/office/powerpoint/2010/main" val="1886470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F4DF0F-DC61-426F-324B-C8784D20726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983348C-8D67-F70E-31DA-D7AE1CC6A1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174E4BC-C7F1-16D7-2DC6-280F89AA5A2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A1F23C9-846F-2933-A713-3063ADBD8F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EAF0D3D-2EFD-ADAD-A50F-B091F9326A3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9A43C19-FA74-CCD6-6284-60B1BC656FFA}"/>
              </a:ext>
            </a:extLst>
          </p:cNvPr>
          <p:cNvSpPr>
            <a:spLocks noGrp="1"/>
          </p:cNvSpPr>
          <p:nvPr>
            <p:ph type="dt" sz="half" idx="10"/>
          </p:nvPr>
        </p:nvSpPr>
        <p:spPr/>
        <p:txBody>
          <a:bodyPr/>
          <a:lstStyle/>
          <a:p>
            <a:fld id="{C808E340-6AD8-496E-9C74-9B74DCAC15BC}" type="datetimeFigureOut">
              <a:rPr kumimoji="1" lang="ja-JP" altLang="en-US" smtClean="0"/>
              <a:t>2026/9/12</a:t>
            </a:fld>
            <a:endParaRPr kumimoji="1" lang="ja-JP" altLang="en-US"/>
          </a:p>
        </p:txBody>
      </p:sp>
      <p:sp>
        <p:nvSpPr>
          <p:cNvPr id="8" name="フッター プレースホルダー 7">
            <a:extLst>
              <a:ext uri="{FF2B5EF4-FFF2-40B4-BE49-F238E27FC236}">
                <a16:creationId xmlns:a16="http://schemas.microsoft.com/office/drawing/2014/main" id="{8DBC1FB1-134A-56B6-608C-067B11D151C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013614E-3B04-60A2-26BE-66AACE505D51}"/>
              </a:ext>
            </a:extLst>
          </p:cNvPr>
          <p:cNvSpPr>
            <a:spLocks noGrp="1"/>
          </p:cNvSpPr>
          <p:nvPr>
            <p:ph type="sldNum" sz="quarter" idx="12"/>
          </p:nvPr>
        </p:nvSpPr>
        <p:spPr/>
        <p:txBody>
          <a:bodyPr/>
          <a:lstStyle/>
          <a:p>
            <a:fld id="{4D668A2D-7F78-4A6C-A7BB-DA79F18C630D}" type="slidenum">
              <a:rPr kumimoji="1" lang="ja-JP" altLang="en-US" smtClean="0"/>
              <a:t>‹#›</a:t>
            </a:fld>
            <a:endParaRPr kumimoji="1" lang="ja-JP" altLang="en-US"/>
          </a:p>
        </p:txBody>
      </p:sp>
    </p:spTree>
    <p:extLst>
      <p:ext uri="{BB962C8B-B14F-4D97-AF65-F5344CB8AC3E}">
        <p14:creationId xmlns:p14="http://schemas.microsoft.com/office/powerpoint/2010/main" val="548434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2746EA-EF14-329E-36BA-13DD8A6F5D3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8A8B56D-2CF3-1313-280C-47BDF371F579}"/>
              </a:ext>
            </a:extLst>
          </p:cNvPr>
          <p:cNvSpPr>
            <a:spLocks noGrp="1"/>
          </p:cNvSpPr>
          <p:nvPr>
            <p:ph type="dt" sz="half" idx="10"/>
          </p:nvPr>
        </p:nvSpPr>
        <p:spPr/>
        <p:txBody>
          <a:bodyPr/>
          <a:lstStyle/>
          <a:p>
            <a:fld id="{C808E340-6AD8-496E-9C74-9B74DCAC15BC}" type="datetimeFigureOut">
              <a:rPr kumimoji="1" lang="ja-JP" altLang="en-US" smtClean="0"/>
              <a:t>2026/9/12</a:t>
            </a:fld>
            <a:endParaRPr kumimoji="1" lang="ja-JP" altLang="en-US"/>
          </a:p>
        </p:txBody>
      </p:sp>
      <p:sp>
        <p:nvSpPr>
          <p:cNvPr id="4" name="フッター プレースホルダー 3">
            <a:extLst>
              <a:ext uri="{FF2B5EF4-FFF2-40B4-BE49-F238E27FC236}">
                <a16:creationId xmlns:a16="http://schemas.microsoft.com/office/drawing/2014/main" id="{24746D78-9F7B-8B21-D2BC-08895518B63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9360E90-F543-D624-E64D-C3F61A69CA4F}"/>
              </a:ext>
            </a:extLst>
          </p:cNvPr>
          <p:cNvSpPr>
            <a:spLocks noGrp="1"/>
          </p:cNvSpPr>
          <p:nvPr>
            <p:ph type="sldNum" sz="quarter" idx="12"/>
          </p:nvPr>
        </p:nvSpPr>
        <p:spPr/>
        <p:txBody>
          <a:bodyPr/>
          <a:lstStyle/>
          <a:p>
            <a:fld id="{4D668A2D-7F78-4A6C-A7BB-DA79F18C630D}" type="slidenum">
              <a:rPr kumimoji="1" lang="ja-JP" altLang="en-US" smtClean="0"/>
              <a:t>‹#›</a:t>
            </a:fld>
            <a:endParaRPr kumimoji="1" lang="ja-JP" altLang="en-US"/>
          </a:p>
        </p:txBody>
      </p:sp>
    </p:spTree>
    <p:extLst>
      <p:ext uri="{BB962C8B-B14F-4D97-AF65-F5344CB8AC3E}">
        <p14:creationId xmlns:p14="http://schemas.microsoft.com/office/powerpoint/2010/main" val="814816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E42A739-3971-09BD-6B7F-707E04547F47}"/>
              </a:ext>
            </a:extLst>
          </p:cNvPr>
          <p:cNvSpPr>
            <a:spLocks noGrp="1"/>
          </p:cNvSpPr>
          <p:nvPr>
            <p:ph type="dt" sz="half" idx="10"/>
          </p:nvPr>
        </p:nvSpPr>
        <p:spPr/>
        <p:txBody>
          <a:bodyPr/>
          <a:lstStyle/>
          <a:p>
            <a:fld id="{C808E340-6AD8-496E-9C74-9B74DCAC15BC}" type="datetimeFigureOut">
              <a:rPr kumimoji="1" lang="ja-JP" altLang="en-US" smtClean="0"/>
              <a:t>2026/9/12</a:t>
            </a:fld>
            <a:endParaRPr kumimoji="1" lang="ja-JP" altLang="en-US"/>
          </a:p>
        </p:txBody>
      </p:sp>
      <p:sp>
        <p:nvSpPr>
          <p:cNvPr id="3" name="フッター プレースホルダー 2">
            <a:extLst>
              <a:ext uri="{FF2B5EF4-FFF2-40B4-BE49-F238E27FC236}">
                <a16:creationId xmlns:a16="http://schemas.microsoft.com/office/drawing/2014/main" id="{3B593E7E-AFE9-E0BA-C435-A93F5620DC3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C8EB708-5964-9B99-97F4-28D538ADBA15}"/>
              </a:ext>
            </a:extLst>
          </p:cNvPr>
          <p:cNvSpPr>
            <a:spLocks noGrp="1"/>
          </p:cNvSpPr>
          <p:nvPr>
            <p:ph type="sldNum" sz="quarter" idx="12"/>
          </p:nvPr>
        </p:nvSpPr>
        <p:spPr/>
        <p:txBody>
          <a:bodyPr/>
          <a:lstStyle/>
          <a:p>
            <a:fld id="{4D668A2D-7F78-4A6C-A7BB-DA79F18C630D}" type="slidenum">
              <a:rPr kumimoji="1" lang="ja-JP" altLang="en-US" smtClean="0"/>
              <a:t>‹#›</a:t>
            </a:fld>
            <a:endParaRPr kumimoji="1" lang="ja-JP" altLang="en-US"/>
          </a:p>
        </p:txBody>
      </p:sp>
    </p:spTree>
    <p:extLst>
      <p:ext uri="{BB962C8B-B14F-4D97-AF65-F5344CB8AC3E}">
        <p14:creationId xmlns:p14="http://schemas.microsoft.com/office/powerpoint/2010/main" val="486562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7DF418-EBC1-CA86-714C-12C4980C250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695B26A-724F-58DC-F97C-F72311D041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959F20E-226C-0A3E-30D0-BCC5FEF89A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93019D3-D6CF-CEC5-2E31-697CA545A2EF}"/>
              </a:ext>
            </a:extLst>
          </p:cNvPr>
          <p:cNvSpPr>
            <a:spLocks noGrp="1"/>
          </p:cNvSpPr>
          <p:nvPr>
            <p:ph type="dt" sz="half" idx="10"/>
          </p:nvPr>
        </p:nvSpPr>
        <p:spPr/>
        <p:txBody>
          <a:bodyPr/>
          <a:lstStyle/>
          <a:p>
            <a:fld id="{C808E340-6AD8-496E-9C74-9B74DCAC15BC}" type="datetimeFigureOut">
              <a:rPr kumimoji="1" lang="ja-JP" altLang="en-US" smtClean="0"/>
              <a:t>2026/9/12</a:t>
            </a:fld>
            <a:endParaRPr kumimoji="1" lang="ja-JP" altLang="en-US"/>
          </a:p>
        </p:txBody>
      </p:sp>
      <p:sp>
        <p:nvSpPr>
          <p:cNvPr id="6" name="フッター プレースホルダー 5">
            <a:extLst>
              <a:ext uri="{FF2B5EF4-FFF2-40B4-BE49-F238E27FC236}">
                <a16:creationId xmlns:a16="http://schemas.microsoft.com/office/drawing/2014/main" id="{D6EAD1D8-1B87-F8F3-8CBC-A61BF5A7233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F0D3A72-FE4E-8F47-8308-5742199F9929}"/>
              </a:ext>
            </a:extLst>
          </p:cNvPr>
          <p:cNvSpPr>
            <a:spLocks noGrp="1"/>
          </p:cNvSpPr>
          <p:nvPr>
            <p:ph type="sldNum" sz="quarter" idx="12"/>
          </p:nvPr>
        </p:nvSpPr>
        <p:spPr/>
        <p:txBody>
          <a:bodyPr/>
          <a:lstStyle/>
          <a:p>
            <a:fld id="{4D668A2D-7F78-4A6C-A7BB-DA79F18C630D}" type="slidenum">
              <a:rPr kumimoji="1" lang="ja-JP" altLang="en-US" smtClean="0"/>
              <a:t>‹#›</a:t>
            </a:fld>
            <a:endParaRPr kumimoji="1" lang="ja-JP" altLang="en-US"/>
          </a:p>
        </p:txBody>
      </p:sp>
    </p:spTree>
    <p:extLst>
      <p:ext uri="{BB962C8B-B14F-4D97-AF65-F5344CB8AC3E}">
        <p14:creationId xmlns:p14="http://schemas.microsoft.com/office/powerpoint/2010/main" val="3805313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7FF785-8A26-F5D5-C6BC-CE764EB94DC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D49A471-B890-3F1B-19CA-1BCAD87561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EB7B891-2942-021F-2404-3AE3D6DE38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18676D1-95B3-8DB4-B233-A90D5F5FB8F2}"/>
              </a:ext>
            </a:extLst>
          </p:cNvPr>
          <p:cNvSpPr>
            <a:spLocks noGrp="1"/>
          </p:cNvSpPr>
          <p:nvPr>
            <p:ph type="dt" sz="half" idx="10"/>
          </p:nvPr>
        </p:nvSpPr>
        <p:spPr/>
        <p:txBody>
          <a:bodyPr/>
          <a:lstStyle/>
          <a:p>
            <a:fld id="{C808E340-6AD8-496E-9C74-9B74DCAC15BC}" type="datetimeFigureOut">
              <a:rPr kumimoji="1" lang="ja-JP" altLang="en-US" smtClean="0"/>
              <a:t>2026/9/12</a:t>
            </a:fld>
            <a:endParaRPr kumimoji="1" lang="ja-JP" altLang="en-US"/>
          </a:p>
        </p:txBody>
      </p:sp>
      <p:sp>
        <p:nvSpPr>
          <p:cNvPr id="6" name="フッター プレースホルダー 5">
            <a:extLst>
              <a:ext uri="{FF2B5EF4-FFF2-40B4-BE49-F238E27FC236}">
                <a16:creationId xmlns:a16="http://schemas.microsoft.com/office/drawing/2014/main" id="{7E1FB0F4-AD11-3368-56E4-2BDF0CCF089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7F864F9-DFDA-EA5D-C117-6709CCB29CAB}"/>
              </a:ext>
            </a:extLst>
          </p:cNvPr>
          <p:cNvSpPr>
            <a:spLocks noGrp="1"/>
          </p:cNvSpPr>
          <p:nvPr>
            <p:ph type="sldNum" sz="quarter" idx="12"/>
          </p:nvPr>
        </p:nvSpPr>
        <p:spPr/>
        <p:txBody>
          <a:bodyPr/>
          <a:lstStyle/>
          <a:p>
            <a:fld id="{4D668A2D-7F78-4A6C-A7BB-DA79F18C630D}" type="slidenum">
              <a:rPr kumimoji="1" lang="ja-JP" altLang="en-US" smtClean="0"/>
              <a:t>‹#›</a:t>
            </a:fld>
            <a:endParaRPr kumimoji="1" lang="ja-JP" altLang="en-US"/>
          </a:p>
        </p:txBody>
      </p:sp>
    </p:spTree>
    <p:extLst>
      <p:ext uri="{BB962C8B-B14F-4D97-AF65-F5344CB8AC3E}">
        <p14:creationId xmlns:p14="http://schemas.microsoft.com/office/powerpoint/2010/main" val="2639070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112795-047B-D51C-A4FE-8DAD92F19C7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088F5E0-2903-CAB1-A58B-44AB142521A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6EDCB95-2FC5-7989-AD05-FE114EF1381C}"/>
              </a:ext>
            </a:extLst>
          </p:cNvPr>
          <p:cNvSpPr>
            <a:spLocks noGrp="1"/>
          </p:cNvSpPr>
          <p:nvPr>
            <p:ph type="dt" sz="half" idx="10"/>
          </p:nvPr>
        </p:nvSpPr>
        <p:spPr/>
        <p:txBody>
          <a:bodyPr/>
          <a:lstStyle/>
          <a:p>
            <a:fld id="{C808E340-6AD8-496E-9C74-9B74DCAC15BC}" type="datetimeFigureOut">
              <a:rPr kumimoji="1" lang="ja-JP" altLang="en-US" smtClean="0"/>
              <a:t>2026/9/12</a:t>
            </a:fld>
            <a:endParaRPr kumimoji="1" lang="ja-JP" altLang="en-US"/>
          </a:p>
        </p:txBody>
      </p:sp>
      <p:sp>
        <p:nvSpPr>
          <p:cNvPr id="5" name="フッター プレースホルダー 4">
            <a:extLst>
              <a:ext uri="{FF2B5EF4-FFF2-40B4-BE49-F238E27FC236}">
                <a16:creationId xmlns:a16="http://schemas.microsoft.com/office/drawing/2014/main" id="{1BA8D320-9791-A890-8794-33A6B9A9242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2AD94D9-5601-7BCB-26D1-288B400E19E1}"/>
              </a:ext>
            </a:extLst>
          </p:cNvPr>
          <p:cNvSpPr>
            <a:spLocks noGrp="1"/>
          </p:cNvSpPr>
          <p:nvPr>
            <p:ph type="sldNum" sz="quarter" idx="12"/>
          </p:nvPr>
        </p:nvSpPr>
        <p:spPr/>
        <p:txBody>
          <a:bodyPr/>
          <a:lstStyle/>
          <a:p>
            <a:fld id="{4D668A2D-7F78-4A6C-A7BB-DA79F18C630D}" type="slidenum">
              <a:rPr kumimoji="1" lang="ja-JP" altLang="en-US" smtClean="0"/>
              <a:t>‹#›</a:t>
            </a:fld>
            <a:endParaRPr kumimoji="1" lang="ja-JP" altLang="en-US"/>
          </a:p>
        </p:txBody>
      </p:sp>
    </p:spTree>
    <p:extLst>
      <p:ext uri="{BB962C8B-B14F-4D97-AF65-F5344CB8AC3E}">
        <p14:creationId xmlns:p14="http://schemas.microsoft.com/office/powerpoint/2010/main" val="1420290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70A5752-AF42-1ECF-3995-0EB761414BE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698B170-52F2-035C-B7DF-6B50FD78035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8FBC6BC-86F1-6871-3713-F5657CE74977}"/>
              </a:ext>
            </a:extLst>
          </p:cNvPr>
          <p:cNvSpPr>
            <a:spLocks noGrp="1"/>
          </p:cNvSpPr>
          <p:nvPr>
            <p:ph type="dt" sz="half" idx="10"/>
          </p:nvPr>
        </p:nvSpPr>
        <p:spPr/>
        <p:txBody>
          <a:bodyPr/>
          <a:lstStyle/>
          <a:p>
            <a:fld id="{C808E340-6AD8-496E-9C74-9B74DCAC15BC}" type="datetimeFigureOut">
              <a:rPr kumimoji="1" lang="ja-JP" altLang="en-US" smtClean="0"/>
              <a:t>2026/9/12</a:t>
            </a:fld>
            <a:endParaRPr kumimoji="1" lang="ja-JP" altLang="en-US"/>
          </a:p>
        </p:txBody>
      </p:sp>
      <p:sp>
        <p:nvSpPr>
          <p:cNvPr id="5" name="フッター プレースホルダー 4">
            <a:extLst>
              <a:ext uri="{FF2B5EF4-FFF2-40B4-BE49-F238E27FC236}">
                <a16:creationId xmlns:a16="http://schemas.microsoft.com/office/drawing/2014/main" id="{7CDD7970-461A-67D5-B4FD-BA75F2EBB43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08CC7E0-75AE-4ECD-AD94-EFA2FD3AEC60}"/>
              </a:ext>
            </a:extLst>
          </p:cNvPr>
          <p:cNvSpPr>
            <a:spLocks noGrp="1"/>
          </p:cNvSpPr>
          <p:nvPr>
            <p:ph type="sldNum" sz="quarter" idx="12"/>
          </p:nvPr>
        </p:nvSpPr>
        <p:spPr/>
        <p:txBody>
          <a:bodyPr/>
          <a:lstStyle/>
          <a:p>
            <a:fld id="{4D668A2D-7F78-4A6C-A7BB-DA79F18C630D}" type="slidenum">
              <a:rPr kumimoji="1" lang="ja-JP" altLang="en-US" smtClean="0"/>
              <a:t>‹#›</a:t>
            </a:fld>
            <a:endParaRPr kumimoji="1" lang="ja-JP" altLang="en-US"/>
          </a:p>
        </p:txBody>
      </p:sp>
    </p:spTree>
    <p:extLst>
      <p:ext uri="{BB962C8B-B14F-4D97-AF65-F5344CB8AC3E}">
        <p14:creationId xmlns:p14="http://schemas.microsoft.com/office/powerpoint/2010/main" val="3921659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5A1D260-30D4-B39F-4D7E-BEE7139F9B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D111F16-468B-6649-A54C-7AC78D871E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7F759AC-1666-6C20-A6EF-A7D797196F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08E340-6AD8-496E-9C74-9B74DCAC15BC}" type="datetimeFigureOut">
              <a:rPr kumimoji="1" lang="ja-JP" altLang="en-US" smtClean="0"/>
              <a:t>2026/9/12</a:t>
            </a:fld>
            <a:endParaRPr kumimoji="1" lang="ja-JP" altLang="en-US"/>
          </a:p>
        </p:txBody>
      </p:sp>
      <p:sp>
        <p:nvSpPr>
          <p:cNvPr id="5" name="フッター プレースホルダー 4">
            <a:extLst>
              <a:ext uri="{FF2B5EF4-FFF2-40B4-BE49-F238E27FC236}">
                <a16:creationId xmlns:a16="http://schemas.microsoft.com/office/drawing/2014/main" id="{3E682252-338B-CCE7-C778-1A56338512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8BE4FB9-9372-37D8-EF59-26CA737F31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668A2D-7F78-4A6C-A7BB-DA79F18C630D}" type="slidenum">
              <a:rPr kumimoji="1" lang="ja-JP" altLang="en-US" smtClean="0"/>
              <a:t>‹#›</a:t>
            </a:fld>
            <a:endParaRPr kumimoji="1" lang="ja-JP" altLang="en-US"/>
          </a:p>
        </p:txBody>
      </p:sp>
    </p:spTree>
    <p:extLst>
      <p:ext uri="{BB962C8B-B14F-4D97-AF65-F5344CB8AC3E}">
        <p14:creationId xmlns:p14="http://schemas.microsoft.com/office/powerpoint/2010/main" val="3168390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33F4E-59C0-A97C-2D1C-DBF3DB0853AB}"/>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E7D189A2-820B-0737-F94F-39DF94D0C47D}"/>
              </a:ext>
            </a:extLst>
          </p:cNvPr>
          <p:cNvSpPr txBox="1"/>
          <p:nvPr/>
        </p:nvSpPr>
        <p:spPr>
          <a:xfrm>
            <a:off x="3048383" y="2967335"/>
            <a:ext cx="6095234" cy="923330"/>
          </a:xfrm>
          <a:prstGeom prst="rect">
            <a:avLst/>
          </a:prstGeom>
          <a:noFill/>
        </p:spPr>
        <p:txBody>
          <a:bodyPr wrap="square">
            <a:spAutoFit/>
          </a:bodyPr>
          <a:lstStyle/>
          <a:p>
            <a:pPr algn="ctr"/>
            <a:r>
              <a:rPr kumimoji="1" lang="ja-JP" altLang="en-US" sz="5400">
                <a:solidFill>
                  <a:schemeClr val="bg1">
                    <a:lumMod val="85000"/>
                  </a:schemeClr>
                </a:solidFill>
                <a:latin typeface="瀞ノグリッチ黒体 H1" pitchFamily="50" charset="-128"/>
                <a:ea typeface="瀞ノグリッチ黒体 H1" pitchFamily="50" charset="-128"/>
              </a:rPr>
              <a:t>ホーム</a:t>
            </a:r>
            <a:endParaRPr kumimoji="1" lang="ja-JP" altLang="en-US" sz="5400" dirty="0">
              <a:solidFill>
                <a:schemeClr val="bg1">
                  <a:lumMod val="85000"/>
                </a:schemeClr>
              </a:solidFill>
              <a:latin typeface="瀞ノグリッチ黒体 H1" pitchFamily="50" charset="-128"/>
              <a:ea typeface="瀞ノグリッチ黒体 H1" pitchFamily="50" charset="-128"/>
            </a:endParaRPr>
          </a:p>
        </p:txBody>
      </p:sp>
    </p:spTree>
    <p:extLst>
      <p:ext uri="{BB962C8B-B14F-4D97-AF65-F5344CB8AC3E}">
        <p14:creationId xmlns:p14="http://schemas.microsoft.com/office/powerpoint/2010/main" val="1705790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028A43B-3E34-9E45-9452-5885F47AE30A}"/>
            </a:ext>
          </a:extLst>
        </p:cNvPr>
        <p:cNvGrpSpPr/>
        <p:nvPr/>
      </p:nvGrpSpPr>
      <p:grpSpPr>
        <a:xfrm>
          <a:off x="0" y="0"/>
          <a:ext cx="0" cy="0"/>
          <a:chOff x="0" y="0"/>
          <a:chExt cx="0" cy="0"/>
        </a:xfrm>
      </p:grpSpPr>
      <p:sp>
        <p:nvSpPr>
          <p:cNvPr id="22" name="楕円 21">
            <a:extLst>
              <a:ext uri="{FF2B5EF4-FFF2-40B4-BE49-F238E27FC236}">
                <a16:creationId xmlns:a16="http://schemas.microsoft.com/office/drawing/2014/main" id="{C7F4FA05-98F1-456B-2DEC-877873915282}"/>
              </a:ext>
            </a:extLst>
          </p:cNvPr>
          <p:cNvSpPr/>
          <p:nvPr/>
        </p:nvSpPr>
        <p:spPr>
          <a:xfrm>
            <a:off x="8844505" y="4536806"/>
            <a:ext cx="911928" cy="911928"/>
          </a:xfrm>
          <a:prstGeom prst="ellipse">
            <a:avLst/>
          </a:prstGeom>
          <a:solidFill>
            <a:schemeClr val="bg1">
              <a:lumMod val="9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7EDFD56F-58A9-2B00-E80D-F181E0FA06AC}"/>
              </a:ext>
            </a:extLst>
          </p:cNvPr>
          <p:cNvSpPr/>
          <p:nvPr/>
        </p:nvSpPr>
        <p:spPr>
          <a:xfrm>
            <a:off x="10313307" y="4536806"/>
            <a:ext cx="911928" cy="911928"/>
          </a:xfrm>
          <a:prstGeom prst="ellipse">
            <a:avLst/>
          </a:prstGeom>
          <a:solidFill>
            <a:schemeClr val="bg1">
              <a:lumMod val="9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図 2">
            <a:extLst>
              <a:ext uri="{FF2B5EF4-FFF2-40B4-BE49-F238E27FC236}">
                <a16:creationId xmlns:a16="http://schemas.microsoft.com/office/drawing/2014/main" id="{ACFE8EB7-2402-0B7C-4863-54EF002E70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3025" y="914113"/>
            <a:ext cx="5305951" cy="7490029"/>
          </a:xfrm>
          <a:prstGeom prst="rect">
            <a:avLst/>
          </a:prstGeom>
        </p:spPr>
      </p:pic>
      <p:sp>
        <p:nvSpPr>
          <p:cNvPr id="6" name="四角形: 角を丸くする 5">
            <a:extLst>
              <a:ext uri="{FF2B5EF4-FFF2-40B4-BE49-F238E27FC236}">
                <a16:creationId xmlns:a16="http://schemas.microsoft.com/office/drawing/2014/main" id="{D1F93ECD-80CA-81A6-433A-9C5F0BE14B36}"/>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10" name="四角形: 角を丸くする 9">
            <a:extLst>
              <a:ext uri="{FF2B5EF4-FFF2-40B4-BE49-F238E27FC236}">
                <a16:creationId xmlns:a16="http://schemas.microsoft.com/office/drawing/2014/main" id="{489A3534-1A6D-B6FB-9651-D2AA3C4655F0}"/>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4" name="図 3">
            <a:extLst>
              <a:ext uri="{FF2B5EF4-FFF2-40B4-BE49-F238E27FC236}">
                <a16:creationId xmlns:a16="http://schemas.microsoft.com/office/drawing/2014/main" id="{F59F06D5-7D1B-29A5-EF2A-249F46B19E27}"/>
              </a:ext>
            </a:extLst>
          </p:cNvPr>
          <p:cNvPicPr>
            <a:picLocks noChangeAspect="1"/>
          </p:cNvPicPr>
          <p:nvPr/>
        </p:nvPicPr>
        <p:blipFill>
          <a:blip r:embed="rId4">
            <a:extLst>
              <a:ext uri="{28A0092B-C50C-407E-A947-70E740481C1C}">
                <a14:useLocalDpi xmlns:a14="http://schemas.microsoft.com/office/drawing/2010/main" val="0"/>
              </a:ext>
            </a:extLst>
          </a:blip>
          <a:srcRect l="59639" t="36782" r="20854" b="36420"/>
          <a:stretch>
            <a:fillRect/>
          </a:stretch>
        </p:blipFill>
        <p:spPr>
          <a:xfrm>
            <a:off x="10785553" y="134635"/>
            <a:ext cx="1104697" cy="1138172"/>
          </a:xfrm>
          <a:prstGeom prst="rect">
            <a:avLst/>
          </a:prstGeom>
        </p:spPr>
      </p:pic>
      <p:sp>
        <p:nvSpPr>
          <p:cNvPr id="11" name="テキスト ボックス 10">
            <a:extLst>
              <a:ext uri="{FF2B5EF4-FFF2-40B4-BE49-F238E27FC236}">
                <a16:creationId xmlns:a16="http://schemas.microsoft.com/office/drawing/2014/main" id="{AA933FA5-FDD6-04D3-A9EB-4208DCBC1989}"/>
              </a:ext>
            </a:extLst>
          </p:cNvPr>
          <p:cNvSpPr txBox="1"/>
          <p:nvPr/>
        </p:nvSpPr>
        <p:spPr>
          <a:xfrm>
            <a:off x="10089424" y="5040238"/>
            <a:ext cx="1338828" cy="369332"/>
          </a:xfrm>
          <a:prstGeom prst="rect">
            <a:avLst/>
          </a:prstGeom>
          <a:noFill/>
        </p:spPr>
        <p:txBody>
          <a:bodyPr wrap="none" rtlCol="0">
            <a:spAutoFit/>
          </a:bodyPr>
          <a:lstStyle/>
          <a:p>
            <a:pPr algn="ctr"/>
            <a:r>
              <a:rPr lang="ja-JP" altLang="en-US" b="1" dirty="0">
                <a:ln w="9525">
                  <a:noFill/>
                </a:ln>
                <a:solidFill>
                  <a:srgbClr val="FF00FF"/>
                </a:solidFill>
                <a:effectLst>
                  <a:glow rad="50800">
                    <a:schemeClr val="bg1">
                      <a:lumMod val="95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rPr>
              <a:t>ミッション</a:t>
            </a:r>
            <a:endParaRPr kumimoji="1" lang="ja-JP" altLang="en-US" b="1" dirty="0">
              <a:ln w="9525">
                <a:noFill/>
              </a:ln>
              <a:solidFill>
                <a:srgbClr val="FF00FF"/>
              </a:solidFill>
              <a:effectLst>
                <a:glow rad="50800">
                  <a:schemeClr val="bg1">
                    <a:lumMod val="95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4" name="テキスト ボックス 13">
            <a:extLst>
              <a:ext uri="{FF2B5EF4-FFF2-40B4-BE49-F238E27FC236}">
                <a16:creationId xmlns:a16="http://schemas.microsoft.com/office/drawing/2014/main" id="{E459A494-A186-FBE0-69FD-598625B22B28}"/>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6" name="テキスト ボックス 15">
            <a:extLst>
              <a:ext uri="{FF2B5EF4-FFF2-40B4-BE49-F238E27FC236}">
                <a16:creationId xmlns:a16="http://schemas.microsoft.com/office/drawing/2014/main" id="{FE8A18FD-4B54-F39D-2D95-D52E92BD9ED2}"/>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9" name="テキスト ボックス 18">
            <a:extLst>
              <a:ext uri="{FF2B5EF4-FFF2-40B4-BE49-F238E27FC236}">
                <a16:creationId xmlns:a16="http://schemas.microsoft.com/office/drawing/2014/main" id="{1ACF5933-857D-F3F5-4D30-937B8700D623}"/>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9" name="テキスト ボックス 8">
            <a:extLst>
              <a:ext uri="{FF2B5EF4-FFF2-40B4-BE49-F238E27FC236}">
                <a16:creationId xmlns:a16="http://schemas.microsoft.com/office/drawing/2014/main" id="{61240DCE-50A5-BF61-A82D-E4B6DAD291E6}"/>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 name="テキスト ボックス 4">
            <a:extLst>
              <a:ext uri="{FF2B5EF4-FFF2-40B4-BE49-F238E27FC236}">
                <a16:creationId xmlns:a16="http://schemas.microsoft.com/office/drawing/2014/main" id="{9C15D5A8-2B30-36AE-DA9E-E00ED61CD881}"/>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2" name="テキスト ボックス 31">
            <a:extLst>
              <a:ext uri="{FF2B5EF4-FFF2-40B4-BE49-F238E27FC236}">
                <a16:creationId xmlns:a16="http://schemas.microsoft.com/office/drawing/2014/main" id="{08C1F25F-EF29-5189-2408-7B7BDA1B3826}"/>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7" name="四角形: 角を丸くする 16">
            <a:extLst>
              <a:ext uri="{FF2B5EF4-FFF2-40B4-BE49-F238E27FC236}">
                <a16:creationId xmlns:a16="http://schemas.microsoft.com/office/drawing/2014/main" id="{E5A0C4F3-77CE-3465-F321-6CBAD1EA7E7F}"/>
              </a:ext>
            </a:extLst>
          </p:cNvPr>
          <p:cNvSpPr/>
          <p:nvPr/>
        </p:nvSpPr>
        <p:spPr>
          <a:xfrm>
            <a:off x="567559" y="504494"/>
            <a:ext cx="3414360" cy="914400"/>
          </a:xfrm>
          <a:prstGeom prst="roundRect">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C46056D8-88D8-41F5-9E37-243A646C8C4D}"/>
              </a:ext>
            </a:extLst>
          </p:cNvPr>
          <p:cNvSpPr txBox="1"/>
          <p:nvPr/>
        </p:nvSpPr>
        <p:spPr>
          <a:xfrm>
            <a:off x="1156484" y="761639"/>
            <a:ext cx="2236510" cy="400110"/>
          </a:xfrm>
          <a:prstGeom prst="rect">
            <a:avLst/>
          </a:prstGeom>
          <a:noFill/>
        </p:spPr>
        <p:txBody>
          <a:bodyPr wrap="none" rtlCol="0">
            <a:spAutoFit/>
          </a:bodyPr>
          <a:lstStyle/>
          <a:p>
            <a:r>
              <a:rPr lang="ja-JP" altLang="en-US" sz="2000">
                <a:solidFill>
                  <a:schemeClr val="bg1">
                    <a:lumMod val="9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メインミッション</a:t>
            </a:r>
            <a:endParaRPr kumimoji="1" lang="ja-JP" altLang="en-US" sz="2000" dirty="0">
              <a:solidFill>
                <a:schemeClr val="bg1">
                  <a:lumMod val="9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1" name="楕円 30">
            <a:extLst>
              <a:ext uri="{FF2B5EF4-FFF2-40B4-BE49-F238E27FC236}">
                <a16:creationId xmlns:a16="http://schemas.microsoft.com/office/drawing/2014/main" id="{A4FFACF7-0442-D28E-3B55-EE5805AD2922}"/>
              </a:ext>
            </a:extLst>
          </p:cNvPr>
          <p:cNvSpPr/>
          <p:nvPr/>
        </p:nvSpPr>
        <p:spPr>
          <a:xfrm>
            <a:off x="9676741" y="293295"/>
            <a:ext cx="791128" cy="791128"/>
          </a:xfrm>
          <a:prstGeom prst="ellipse">
            <a:avLst/>
          </a:prstGeom>
          <a:solidFill>
            <a:schemeClr val="bg1">
              <a:lumMod val="9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4" name="図 33">
            <a:extLst>
              <a:ext uri="{FF2B5EF4-FFF2-40B4-BE49-F238E27FC236}">
                <a16:creationId xmlns:a16="http://schemas.microsoft.com/office/drawing/2014/main" id="{45CF75CA-4900-B27F-CE6E-48B0A47087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4112" y="460379"/>
            <a:ext cx="491958" cy="377616"/>
          </a:xfrm>
          <a:prstGeom prst="rect">
            <a:avLst/>
          </a:prstGeom>
        </p:spPr>
      </p:pic>
      <p:sp>
        <p:nvSpPr>
          <p:cNvPr id="53" name="楕円 52">
            <a:extLst>
              <a:ext uri="{FF2B5EF4-FFF2-40B4-BE49-F238E27FC236}">
                <a16:creationId xmlns:a16="http://schemas.microsoft.com/office/drawing/2014/main" id="{A5D777E8-2193-386E-2BAA-F1EA3797E6F5}"/>
              </a:ext>
            </a:extLst>
          </p:cNvPr>
          <p:cNvSpPr/>
          <p:nvPr/>
        </p:nvSpPr>
        <p:spPr>
          <a:xfrm>
            <a:off x="8664745" y="293295"/>
            <a:ext cx="791128" cy="791128"/>
          </a:xfrm>
          <a:prstGeom prst="ellipse">
            <a:avLst/>
          </a:prstGeom>
          <a:solidFill>
            <a:schemeClr val="bg1">
              <a:lumMod val="9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1" name="グループ化 60">
            <a:extLst>
              <a:ext uri="{FF2B5EF4-FFF2-40B4-BE49-F238E27FC236}">
                <a16:creationId xmlns:a16="http://schemas.microsoft.com/office/drawing/2014/main" id="{538E2402-E9C0-86CC-355C-0C9758E970F1}"/>
              </a:ext>
            </a:extLst>
          </p:cNvPr>
          <p:cNvGrpSpPr/>
          <p:nvPr/>
        </p:nvGrpSpPr>
        <p:grpSpPr>
          <a:xfrm>
            <a:off x="8844932" y="481731"/>
            <a:ext cx="419156" cy="437613"/>
            <a:chOff x="7930527" y="463715"/>
            <a:chExt cx="419156" cy="437613"/>
          </a:xfrm>
        </p:grpSpPr>
        <p:grpSp>
          <p:nvGrpSpPr>
            <p:cNvPr id="57" name="グループ化 56">
              <a:extLst>
                <a:ext uri="{FF2B5EF4-FFF2-40B4-BE49-F238E27FC236}">
                  <a16:creationId xmlns:a16="http://schemas.microsoft.com/office/drawing/2014/main" id="{11F86FDE-400E-F6F0-C52E-BEF75452CFBC}"/>
                </a:ext>
              </a:extLst>
            </p:cNvPr>
            <p:cNvGrpSpPr/>
            <p:nvPr/>
          </p:nvGrpSpPr>
          <p:grpSpPr>
            <a:xfrm>
              <a:off x="7930527" y="463715"/>
              <a:ext cx="174927" cy="437613"/>
              <a:chOff x="7930527" y="462528"/>
              <a:chExt cx="174927" cy="437613"/>
            </a:xfrm>
          </p:grpSpPr>
          <p:sp>
            <p:nvSpPr>
              <p:cNvPr id="54" name="L 字 53">
                <a:extLst>
                  <a:ext uri="{FF2B5EF4-FFF2-40B4-BE49-F238E27FC236}">
                    <a16:creationId xmlns:a16="http://schemas.microsoft.com/office/drawing/2014/main" id="{1DF3110C-6793-6592-3D80-282FDB6449AA}"/>
                  </a:ext>
                </a:extLst>
              </p:cNvPr>
              <p:cNvSpPr/>
              <p:nvPr/>
            </p:nvSpPr>
            <p:spPr>
              <a:xfrm>
                <a:off x="7930527" y="725214"/>
                <a:ext cx="174927" cy="174927"/>
              </a:xfrm>
              <a:prstGeom prst="corner">
                <a:avLst>
                  <a:gd name="adj1" fmla="val 28808"/>
                  <a:gd name="adj2" fmla="val 29924"/>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L 字 55">
                <a:extLst>
                  <a:ext uri="{FF2B5EF4-FFF2-40B4-BE49-F238E27FC236}">
                    <a16:creationId xmlns:a16="http://schemas.microsoft.com/office/drawing/2014/main" id="{7994252E-F073-B02A-3679-6098167530DF}"/>
                  </a:ext>
                </a:extLst>
              </p:cNvPr>
              <p:cNvSpPr/>
              <p:nvPr/>
            </p:nvSpPr>
            <p:spPr>
              <a:xfrm flipV="1">
                <a:off x="7930527" y="462528"/>
                <a:ext cx="174927" cy="174927"/>
              </a:xfrm>
              <a:prstGeom prst="corner">
                <a:avLst>
                  <a:gd name="adj1" fmla="val 28808"/>
                  <a:gd name="adj2" fmla="val 29924"/>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8" name="グループ化 57">
              <a:extLst>
                <a:ext uri="{FF2B5EF4-FFF2-40B4-BE49-F238E27FC236}">
                  <a16:creationId xmlns:a16="http://schemas.microsoft.com/office/drawing/2014/main" id="{DF123427-DD01-2056-1FAB-F8A97EB49D2E}"/>
                </a:ext>
              </a:extLst>
            </p:cNvPr>
            <p:cNvGrpSpPr/>
            <p:nvPr/>
          </p:nvGrpSpPr>
          <p:grpSpPr>
            <a:xfrm flipH="1">
              <a:off x="8174756" y="463715"/>
              <a:ext cx="174927" cy="437613"/>
              <a:chOff x="7930527" y="462528"/>
              <a:chExt cx="174927" cy="437613"/>
            </a:xfrm>
          </p:grpSpPr>
          <p:sp>
            <p:nvSpPr>
              <p:cNvPr id="59" name="L 字 58">
                <a:extLst>
                  <a:ext uri="{FF2B5EF4-FFF2-40B4-BE49-F238E27FC236}">
                    <a16:creationId xmlns:a16="http://schemas.microsoft.com/office/drawing/2014/main" id="{C6F3484C-320D-5D55-3DCC-35E1277A70E8}"/>
                  </a:ext>
                </a:extLst>
              </p:cNvPr>
              <p:cNvSpPr/>
              <p:nvPr/>
            </p:nvSpPr>
            <p:spPr>
              <a:xfrm>
                <a:off x="7930527" y="725214"/>
                <a:ext cx="174927" cy="174927"/>
              </a:xfrm>
              <a:prstGeom prst="corner">
                <a:avLst>
                  <a:gd name="adj1" fmla="val 28808"/>
                  <a:gd name="adj2" fmla="val 29924"/>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L 字 59">
                <a:extLst>
                  <a:ext uri="{FF2B5EF4-FFF2-40B4-BE49-F238E27FC236}">
                    <a16:creationId xmlns:a16="http://schemas.microsoft.com/office/drawing/2014/main" id="{E54A34D9-911E-88DF-8E22-BEB6994356C9}"/>
                  </a:ext>
                </a:extLst>
              </p:cNvPr>
              <p:cNvSpPr/>
              <p:nvPr/>
            </p:nvSpPr>
            <p:spPr>
              <a:xfrm flipV="1">
                <a:off x="7930527" y="462528"/>
                <a:ext cx="174927" cy="174927"/>
              </a:xfrm>
              <a:prstGeom prst="corner">
                <a:avLst>
                  <a:gd name="adj1" fmla="val 28808"/>
                  <a:gd name="adj2" fmla="val 29924"/>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63" name="テキスト ボックス 62">
            <a:extLst>
              <a:ext uri="{FF2B5EF4-FFF2-40B4-BE49-F238E27FC236}">
                <a16:creationId xmlns:a16="http://schemas.microsoft.com/office/drawing/2014/main" id="{34ECD216-462C-668E-67FD-FD142A388978}"/>
              </a:ext>
            </a:extLst>
          </p:cNvPr>
          <p:cNvSpPr txBox="1"/>
          <p:nvPr/>
        </p:nvSpPr>
        <p:spPr>
          <a:xfrm>
            <a:off x="8861888" y="5040238"/>
            <a:ext cx="877163" cy="369332"/>
          </a:xfrm>
          <a:prstGeom prst="rect">
            <a:avLst/>
          </a:prstGeom>
          <a:noFill/>
        </p:spPr>
        <p:txBody>
          <a:bodyPr wrap="none" rtlCol="0">
            <a:spAutoFit/>
          </a:bodyPr>
          <a:lstStyle/>
          <a:p>
            <a:pPr algn="ctr"/>
            <a:r>
              <a:rPr lang="ja-JP" altLang="en-US" b="1" dirty="0">
                <a:solidFill>
                  <a:srgbClr val="FF00FF"/>
                </a:solidFill>
                <a:effectLst>
                  <a:glow rad="50800">
                    <a:schemeClr val="bg1">
                      <a:lumMod val="95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rPr>
              <a:t>セーブ</a:t>
            </a:r>
            <a:endParaRPr kumimoji="1" lang="ja-JP" altLang="en-US" b="1" dirty="0">
              <a:solidFill>
                <a:srgbClr val="FF00FF"/>
              </a:solidFill>
              <a:effectLst>
                <a:glow rad="50800">
                  <a:schemeClr val="bg1">
                    <a:lumMod val="95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pic>
        <p:nvPicPr>
          <p:cNvPr id="12" name="図 11">
            <a:extLst>
              <a:ext uri="{FF2B5EF4-FFF2-40B4-BE49-F238E27FC236}">
                <a16:creationId xmlns:a16="http://schemas.microsoft.com/office/drawing/2014/main" id="{6963C61D-9B01-4B9B-6461-0597352544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22556" y="4463494"/>
            <a:ext cx="725993" cy="725993"/>
          </a:xfrm>
          <a:prstGeom prst="rect">
            <a:avLst/>
          </a:prstGeom>
        </p:spPr>
      </p:pic>
      <p:pic>
        <p:nvPicPr>
          <p:cNvPr id="24" name="図 23">
            <a:extLst>
              <a:ext uri="{FF2B5EF4-FFF2-40B4-BE49-F238E27FC236}">
                <a16:creationId xmlns:a16="http://schemas.microsoft.com/office/drawing/2014/main" id="{75CEBF3A-8BEC-26AD-7DC9-3F87D183B3A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05832" y="4690759"/>
            <a:ext cx="389274" cy="389274"/>
          </a:xfrm>
          <a:prstGeom prst="rect">
            <a:avLst/>
          </a:prstGeom>
        </p:spPr>
      </p:pic>
      <p:sp>
        <p:nvSpPr>
          <p:cNvPr id="7" name="四角形: 角を丸くする 6">
            <a:extLst>
              <a:ext uri="{FF2B5EF4-FFF2-40B4-BE49-F238E27FC236}">
                <a16:creationId xmlns:a16="http://schemas.microsoft.com/office/drawing/2014/main" id="{10B22108-5802-64C3-5A92-6D954744C7A6}"/>
              </a:ext>
            </a:extLst>
          </p:cNvPr>
          <p:cNvSpPr/>
          <p:nvPr/>
        </p:nvSpPr>
        <p:spPr>
          <a:xfrm>
            <a:off x="803196" y="4081991"/>
            <a:ext cx="2977742" cy="1275835"/>
          </a:xfrm>
          <a:prstGeom prst="roundRect">
            <a:avLst/>
          </a:prstGeom>
          <a:solidFill>
            <a:schemeClr val="bg1">
              <a:lumMod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E330BD7-EAAC-0145-A4BB-EA67284248B4}"/>
              </a:ext>
            </a:extLst>
          </p:cNvPr>
          <p:cNvSpPr txBox="1"/>
          <p:nvPr/>
        </p:nvSpPr>
        <p:spPr>
          <a:xfrm>
            <a:off x="1943254" y="4519853"/>
            <a:ext cx="697627" cy="400110"/>
          </a:xfrm>
          <a:prstGeom prst="rect">
            <a:avLst/>
          </a:prstGeom>
          <a:noFill/>
        </p:spPr>
        <p:txBody>
          <a:bodyPr wrap="none" rtlCol="0">
            <a:spAutoFit/>
          </a:bodyPr>
          <a:lstStyle/>
          <a:p>
            <a:pPr algn="ctr"/>
            <a:r>
              <a:rPr lang="en-US" altLang="ja-JP" sz="2000">
                <a:solidFill>
                  <a:schemeClr val="bg1">
                    <a:lumMod val="9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Tips</a:t>
            </a:r>
            <a:endParaRPr kumimoji="1" lang="ja-JP" altLang="en-US" sz="2000" dirty="0">
              <a:solidFill>
                <a:schemeClr val="bg1">
                  <a:lumMod val="9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pic>
        <p:nvPicPr>
          <p:cNvPr id="23" name="図 22">
            <a:extLst>
              <a:ext uri="{FF2B5EF4-FFF2-40B4-BE49-F238E27FC236}">
                <a16:creationId xmlns:a16="http://schemas.microsoft.com/office/drawing/2014/main" id="{1C0E653C-3E7C-86BD-AB4C-478234F3E5F8}"/>
              </a:ext>
            </a:extLst>
          </p:cNvPr>
          <p:cNvPicPr>
            <a:picLocks noChangeAspect="1"/>
          </p:cNvPicPr>
          <p:nvPr/>
        </p:nvPicPr>
        <p:blipFill>
          <a:blip r:embed="rId8">
            <a:duotone>
              <a:schemeClr val="accent1">
                <a:shade val="45000"/>
                <a:satMod val="135000"/>
              </a:schemeClr>
              <a:prstClr val="white"/>
            </a:duotone>
            <a:alphaModFix amt="45000"/>
            <a:extLst>
              <a:ext uri="{28A0092B-C50C-407E-A947-70E740481C1C}">
                <a14:useLocalDpi xmlns:a14="http://schemas.microsoft.com/office/drawing/2010/main" val="0"/>
              </a:ext>
            </a:extLst>
          </a:blip>
          <a:stretch>
            <a:fillRect/>
          </a:stretch>
        </p:blipFill>
        <p:spPr>
          <a:xfrm>
            <a:off x="371236" y="2729896"/>
            <a:ext cx="1398209" cy="1398209"/>
          </a:xfrm>
          <a:prstGeom prst="rect">
            <a:avLst/>
          </a:prstGeom>
          <a:effectLst>
            <a:glow rad="88900">
              <a:srgbClr val="FFA4F3">
                <a:alpha val="30000"/>
              </a:srgbClr>
            </a:glow>
          </a:effectLst>
        </p:spPr>
      </p:pic>
      <p:pic>
        <p:nvPicPr>
          <p:cNvPr id="26" name="図 25">
            <a:extLst>
              <a:ext uri="{FF2B5EF4-FFF2-40B4-BE49-F238E27FC236}">
                <a16:creationId xmlns:a16="http://schemas.microsoft.com/office/drawing/2014/main" id="{10A02CFA-F61F-84DA-764A-646EF36AB1E4}"/>
              </a:ext>
            </a:extLst>
          </p:cNvPr>
          <p:cNvPicPr>
            <a:picLocks noChangeAspect="1"/>
          </p:cNvPicPr>
          <p:nvPr/>
        </p:nvPicPr>
        <p:blipFill>
          <a:blip r:embed="rId8">
            <a:duotone>
              <a:schemeClr val="accent1">
                <a:shade val="45000"/>
                <a:satMod val="135000"/>
              </a:schemeClr>
              <a:prstClr val="white"/>
            </a:duotone>
            <a:alphaModFix amt="45000"/>
            <a:extLst>
              <a:ext uri="{28A0092B-C50C-407E-A947-70E740481C1C}">
                <a14:useLocalDpi xmlns:a14="http://schemas.microsoft.com/office/drawing/2010/main" val="0"/>
              </a:ext>
            </a:extLst>
          </a:blip>
          <a:stretch>
            <a:fillRect/>
          </a:stretch>
        </p:blipFill>
        <p:spPr>
          <a:xfrm flipH="1">
            <a:off x="10421587" y="2729895"/>
            <a:ext cx="1398209" cy="1398209"/>
          </a:xfrm>
          <a:prstGeom prst="rect">
            <a:avLst/>
          </a:prstGeom>
          <a:effectLst>
            <a:glow rad="88900">
              <a:srgbClr val="FFA4F3">
                <a:alpha val="30000"/>
              </a:srgbClr>
            </a:glow>
          </a:effectLst>
        </p:spPr>
      </p:pic>
      <p:grpSp>
        <p:nvGrpSpPr>
          <p:cNvPr id="2" name="グループ化 1">
            <a:extLst>
              <a:ext uri="{FF2B5EF4-FFF2-40B4-BE49-F238E27FC236}">
                <a16:creationId xmlns:a16="http://schemas.microsoft.com/office/drawing/2014/main" id="{720DCC9C-AE9A-F6B6-B20F-56863BDDB6D4}"/>
              </a:ext>
            </a:extLst>
          </p:cNvPr>
          <p:cNvGrpSpPr/>
          <p:nvPr/>
        </p:nvGrpSpPr>
        <p:grpSpPr>
          <a:xfrm>
            <a:off x="9955097" y="682678"/>
            <a:ext cx="230130" cy="326302"/>
            <a:chOff x="8812481" y="694218"/>
            <a:chExt cx="1470606" cy="1692464"/>
          </a:xfrm>
          <a:effectLst>
            <a:glow rad="12700">
              <a:schemeClr val="tx1">
                <a:lumMod val="85000"/>
                <a:lumOff val="15000"/>
                <a:alpha val="70000"/>
              </a:schemeClr>
            </a:glow>
          </a:effectLst>
        </p:grpSpPr>
        <p:pic>
          <p:nvPicPr>
            <p:cNvPr id="8" name="図 7">
              <a:extLst>
                <a:ext uri="{FF2B5EF4-FFF2-40B4-BE49-F238E27FC236}">
                  <a16:creationId xmlns:a16="http://schemas.microsoft.com/office/drawing/2014/main" id="{1BD7FC60-5D12-FA22-05F5-139D6E6A169B}"/>
                </a:ext>
              </a:extLst>
            </p:cNvPr>
            <p:cNvPicPr>
              <a:picLocks noChangeAspect="1"/>
            </p:cNvPicPr>
            <p:nvPr/>
          </p:nvPicPr>
          <p:blipFill>
            <a:blip r:embed="rId9">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rot="13959555">
              <a:off x="8830608" y="676091"/>
              <a:ext cx="1282845" cy="1319099"/>
            </a:xfrm>
            <a:prstGeom prst="rect">
              <a:avLst/>
            </a:prstGeom>
          </p:spPr>
        </p:pic>
        <p:pic>
          <p:nvPicPr>
            <p:cNvPr id="18" name="図 17">
              <a:extLst>
                <a:ext uri="{FF2B5EF4-FFF2-40B4-BE49-F238E27FC236}">
                  <a16:creationId xmlns:a16="http://schemas.microsoft.com/office/drawing/2014/main" id="{F030BB84-178A-9EA1-4280-44FF95F636FF}"/>
                </a:ext>
              </a:extLst>
            </p:cNvPr>
            <p:cNvPicPr>
              <a:picLocks noChangeAspect="1"/>
            </p:cNvPicPr>
            <p:nvPr/>
          </p:nvPicPr>
          <p:blipFill>
            <a:blip r:embed="rId9">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rot="13959555" flipH="1" flipV="1">
              <a:off x="8982115" y="1085710"/>
              <a:ext cx="1282845" cy="1319099"/>
            </a:xfrm>
            <a:prstGeom prst="rect">
              <a:avLst/>
            </a:prstGeom>
          </p:spPr>
        </p:pic>
      </p:grpSp>
    </p:spTree>
    <p:extLst>
      <p:ext uri="{BB962C8B-B14F-4D97-AF65-F5344CB8AC3E}">
        <p14:creationId xmlns:p14="http://schemas.microsoft.com/office/powerpoint/2010/main" val="2811233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BE08460-1ABC-2689-4093-B764DDB12120}"/>
            </a:ext>
          </a:extLst>
        </p:cNvPr>
        <p:cNvGrpSpPr/>
        <p:nvPr/>
      </p:nvGrpSpPr>
      <p:grpSpPr>
        <a:xfrm>
          <a:off x="0" y="0"/>
          <a:ext cx="0" cy="0"/>
          <a:chOff x="0" y="0"/>
          <a:chExt cx="0" cy="0"/>
        </a:xfrm>
      </p:grpSpPr>
      <p:sp>
        <p:nvSpPr>
          <p:cNvPr id="22" name="楕円 21">
            <a:extLst>
              <a:ext uri="{FF2B5EF4-FFF2-40B4-BE49-F238E27FC236}">
                <a16:creationId xmlns:a16="http://schemas.microsoft.com/office/drawing/2014/main" id="{9C68ADEF-3E39-600A-9B8E-4D023CB19810}"/>
              </a:ext>
            </a:extLst>
          </p:cNvPr>
          <p:cNvSpPr/>
          <p:nvPr/>
        </p:nvSpPr>
        <p:spPr>
          <a:xfrm>
            <a:off x="8844505" y="4536806"/>
            <a:ext cx="911928" cy="911928"/>
          </a:xfrm>
          <a:prstGeom prst="ellipse">
            <a:avLst/>
          </a:prstGeom>
          <a:solidFill>
            <a:schemeClr val="bg1">
              <a:lumMod val="9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F6481633-98B8-59C3-6B7B-831E1F3A1F4F}"/>
              </a:ext>
            </a:extLst>
          </p:cNvPr>
          <p:cNvSpPr/>
          <p:nvPr/>
        </p:nvSpPr>
        <p:spPr>
          <a:xfrm>
            <a:off x="10313307" y="4536806"/>
            <a:ext cx="911928" cy="911928"/>
          </a:xfrm>
          <a:prstGeom prst="ellipse">
            <a:avLst/>
          </a:prstGeom>
          <a:solidFill>
            <a:schemeClr val="bg1">
              <a:lumMod val="9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図 2">
            <a:extLst>
              <a:ext uri="{FF2B5EF4-FFF2-40B4-BE49-F238E27FC236}">
                <a16:creationId xmlns:a16="http://schemas.microsoft.com/office/drawing/2014/main" id="{F9108DDB-D162-C993-6029-C4F52348A6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3025" y="914113"/>
            <a:ext cx="5305951" cy="7490029"/>
          </a:xfrm>
          <a:prstGeom prst="rect">
            <a:avLst/>
          </a:prstGeom>
        </p:spPr>
      </p:pic>
      <p:sp>
        <p:nvSpPr>
          <p:cNvPr id="6" name="四角形: 角を丸くする 5">
            <a:extLst>
              <a:ext uri="{FF2B5EF4-FFF2-40B4-BE49-F238E27FC236}">
                <a16:creationId xmlns:a16="http://schemas.microsoft.com/office/drawing/2014/main" id="{2A6D0B04-F202-A19B-5416-63B338F603A8}"/>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10" name="四角形: 角を丸くする 9">
            <a:extLst>
              <a:ext uri="{FF2B5EF4-FFF2-40B4-BE49-F238E27FC236}">
                <a16:creationId xmlns:a16="http://schemas.microsoft.com/office/drawing/2014/main" id="{F1292960-D620-C9E3-47E1-C6FEC22668AB}"/>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4" name="図 3">
            <a:extLst>
              <a:ext uri="{FF2B5EF4-FFF2-40B4-BE49-F238E27FC236}">
                <a16:creationId xmlns:a16="http://schemas.microsoft.com/office/drawing/2014/main" id="{0E86EB60-E74B-EFC4-6844-216282C51B56}"/>
              </a:ext>
            </a:extLst>
          </p:cNvPr>
          <p:cNvPicPr>
            <a:picLocks noChangeAspect="1"/>
          </p:cNvPicPr>
          <p:nvPr/>
        </p:nvPicPr>
        <p:blipFill>
          <a:blip r:embed="rId4">
            <a:extLst>
              <a:ext uri="{28A0092B-C50C-407E-A947-70E740481C1C}">
                <a14:useLocalDpi xmlns:a14="http://schemas.microsoft.com/office/drawing/2010/main" val="0"/>
              </a:ext>
            </a:extLst>
          </a:blip>
          <a:srcRect l="59639" t="36782" r="20854" b="36420"/>
          <a:stretch>
            <a:fillRect/>
          </a:stretch>
        </p:blipFill>
        <p:spPr>
          <a:xfrm>
            <a:off x="10785553" y="134635"/>
            <a:ext cx="1104697" cy="1138172"/>
          </a:xfrm>
          <a:prstGeom prst="rect">
            <a:avLst/>
          </a:prstGeom>
        </p:spPr>
      </p:pic>
      <p:sp>
        <p:nvSpPr>
          <p:cNvPr id="11" name="テキスト ボックス 10">
            <a:extLst>
              <a:ext uri="{FF2B5EF4-FFF2-40B4-BE49-F238E27FC236}">
                <a16:creationId xmlns:a16="http://schemas.microsoft.com/office/drawing/2014/main" id="{53A17A16-BB18-662E-805D-A366340B5B5F}"/>
              </a:ext>
            </a:extLst>
          </p:cNvPr>
          <p:cNvSpPr txBox="1"/>
          <p:nvPr/>
        </p:nvSpPr>
        <p:spPr>
          <a:xfrm>
            <a:off x="10089424" y="5040238"/>
            <a:ext cx="1338828" cy="369332"/>
          </a:xfrm>
          <a:prstGeom prst="rect">
            <a:avLst/>
          </a:prstGeom>
          <a:noFill/>
        </p:spPr>
        <p:txBody>
          <a:bodyPr wrap="none" rtlCol="0">
            <a:spAutoFit/>
          </a:bodyPr>
          <a:lstStyle/>
          <a:p>
            <a:pPr algn="ctr"/>
            <a:r>
              <a:rPr lang="ja-JP" altLang="en-US" b="1" dirty="0">
                <a:ln w="9525">
                  <a:noFill/>
                </a:ln>
                <a:solidFill>
                  <a:srgbClr val="FF00FF"/>
                </a:solidFill>
                <a:effectLst>
                  <a:glow rad="50800">
                    <a:schemeClr val="bg1">
                      <a:lumMod val="95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rPr>
              <a:t>ミッション</a:t>
            </a:r>
            <a:endParaRPr kumimoji="1" lang="ja-JP" altLang="en-US" b="1" dirty="0">
              <a:ln w="9525">
                <a:noFill/>
              </a:ln>
              <a:solidFill>
                <a:srgbClr val="FF00FF"/>
              </a:solidFill>
              <a:effectLst>
                <a:glow rad="50800">
                  <a:schemeClr val="bg1">
                    <a:lumMod val="95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4" name="テキスト ボックス 13">
            <a:extLst>
              <a:ext uri="{FF2B5EF4-FFF2-40B4-BE49-F238E27FC236}">
                <a16:creationId xmlns:a16="http://schemas.microsoft.com/office/drawing/2014/main" id="{FC7D2F1C-AADD-8CA0-2762-50A6CEDF371C}"/>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6" name="テキスト ボックス 15">
            <a:extLst>
              <a:ext uri="{FF2B5EF4-FFF2-40B4-BE49-F238E27FC236}">
                <a16:creationId xmlns:a16="http://schemas.microsoft.com/office/drawing/2014/main" id="{28BB1262-C47D-621A-D2E5-B4157EA8982D}"/>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9" name="テキスト ボックス 18">
            <a:extLst>
              <a:ext uri="{FF2B5EF4-FFF2-40B4-BE49-F238E27FC236}">
                <a16:creationId xmlns:a16="http://schemas.microsoft.com/office/drawing/2014/main" id="{E3250590-CC93-07C5-3823-A31B8CEF5A39}"/>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9" name="テキスト ボックス 8">
            <a:extLst>
              <a:ext uri="{FF2B5EF4-FFF2-40B4-BE49-F238E27FC236}">
                <a16:creationId xmlns:a16="http://schemas.microsoft.com/office/drawing/2014/main" id="{9169B5EF-65EE-A098-392B-5BC576F8E279}"/>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 name="テキスト ボックス 4">
            <a:extLst>
              <a:ext uri="{FF2B5EF4-FFF2-40B4-BE49-F238E27FC236}">
                <a16:creationId xmlns:a16="http://schemas.microsoft.com/office/drawing/2014/main" id="{B514D9BE-563C-6D75-BE46-1B250FA13B45}"/>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2" name="テキスト ボックス 31">
            <a:extLst>
              <a:ext uri="{FF2B5EF4-FFF2-40B4-BE49-F238E27FC236}">
                <a16:creationId xmlns:a16="http://schemas.microsoft.com/office/drawing/2014/main" id="{78A73AF8-68CD-635D-0F9F-88957F3AB831}"/>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7" name="四角形: 角を丸くする 16">
            <a:extLst>
              <a:ext uri="{FF2B5EF4-FFF2-40B4-BE49-F238E27FC236}">
                <a16:creationId xmlns:a16="http://schemas.microsoft.com/office/drawing/2014/main" id="{65323F56-E291-8359-2212-6D2F49B42B94}"/>
              </a:ext>
            </a:extLst>
          </p:cNvPr>
          <p:cNvSpPr/>
          <p:nvPr/>
        </p:nvSpPr>
        <p:spPr>
          <a:xfrm>
            <a:off x="567559" y="504494"/>
            <a:ext cx="3414360" cy="914400"/>
          </a:xfrm>
          <a:prstGeom prst="roundRect">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957F19DC-72D6-71E7-52B0-3A7F14D05693}"/>
              </a:ext>
            </a:extLst>
          </p:cNvPr>
          <p:cNvSpPr txBox="1"/>
          <p:nvPr/>
        </p:nvSpPr>
        <p:spPr>
          <a:xfrm>
            <a:off x="1156484" y="761639"/>
            <a:ext cx="2236510" cy="400110"/>
          </a:xfrm>
          <a:prstGeom prst="rect">
            <a:avLst/>
          </a:prstGeom>
          <a:noFill/>
        </p:spPr>
        <p:txBody>
          <a:bodyPr wrap="none" rtlCol="0">
            <a:spAutoFit/>
          </a:bodyPr>
          <a:lstStyle/>
          <a:p>
            <a:r>
              <a:rPr lang="ja-JP" altLang="en-US" sz="2000">
                <a:solidFill>
                  <a:schemeClr val="bg1">
                    <a:lumMod val="9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メインミッション</a:t>
            </a:r>
            <a:endParaRPr kumimoji="1" lang="ja-JP" altLang="en-US" sz="2000" dirty="0">
              <a:solidFill>
                <a:schemeClr val="bg1">
                  <a:lumMod val="9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1" name="楕円 30">
            <a:extLst>
              <a:ext uri="{FF2B5EF4-FFF2-40B4-BE49-F238E27FC236}">
                <a16:creationId xmlns:a16="http://schemas.microsoft.com/office/drawing/2014/main" id="{36CC0D8A-CCFA-5A03-0664-8E6E9FC1B8F6}"/>
              </a:ext>
            </a:extLst>
          </p:cNvPr>
          <p:cNvSpPr/>
          <p:nvPr/>
        </p:nvSpPr>
        <p:spPr>
          <a:xfrm>
            <a:off x="9676741" y="293295"/>
            <a:ext cx="791128" cy="791128"/>
          </a:xfrm>
          <a:prstGeom prst="ellipse">
            <a:avLst/>
          </a:prstGeom>
          <a:solidFill>
            <a:schemeClr val="bg1">
              <a:lumMod val="9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4" name="図 33">
            <a:extLst>
              <a:ext uri="{FF2B5EF4-FFF2-40B4-BE49-F238E27FC236}">
                <a16:creationId xmlns:a16="http://schemas.microsoft.com/office/drawing/2014/main" id="{521F986C-B019-3DAC-4D7C-045868C417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4112" y="460379"/>
            <a:ext cx="491958" cy="377616"/>
          </a:xfrm>
          <a:prstGeom prst="rect">
            <a:avLst/>
          </a:prstGeom>
        </p:spPr>
      </p:pic>
      <p:sp>
        <p:nvSpPr>
          <p:cNvPr id="53" name="楕円 52">
            <a:extLst>
              <a:ext uri="{FF2B5EF4-FFF2-40B4-BE49-F238E27FC236}">
                <a16:creationId xmlns:a16="http://schemas.microsoft.com/office/drawing/2014/main" id="{D068DAB2-AB8D-1634-64D4-79D60FA80199}"/>
              </a:ext>
            </a:extLst>
          </p:cNvPr>
          <p:cNvSpPr/>
          <p:nvPr/>
        </p:nvSpPr>
        <p:spPr>
          <a:xfrm>
            <a:off x="8664745" y="293295"/>
            <a:ext cx="791128" cy="791128"/>
          </a:xfrm>
          <a:prstGeom prst="ellipse">
            <a:avLst/>
          </a:prstGeom>
          <a:solidFill>
            <a:schemeClr val="bg1">
              <a:lumMod val="9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1" name="グループ化 60">
            <a:extLst>
              <a:ext uri="{FF2B5EF4-FFF2-40B4-BE49-F238E27FC236}">
                <a16:creationId xmlns:a16="http://schemas.microsoft.com/office/drawing/2014/main" id="{AB808005-DFB0-BED4-2BA4-7CF633220A70}"/>
              </a:ext>
            </a:extLst>
          </p:cNvPr>
          <p:cNvGrpSpPr/>
          <p:nvPr/>
        </p:nvGrpSpPr>
        <p:grpSpPr>
          <a:xfrm>
            <a:off x="8844932" y="481731"/>
            <a:ext cx="419156" cy="437613"/>
            <a:chOff x="7930527" y="463715"/>
            <a:chExt cx="419156" cy="437613"/>
          </a:xfrm>
        </p:grpSpPr>
        <p:grpSp>
          <p:nvGrpSpPr>
            <p:cNvPr id="57" name="グループ化 56">
              <a:extLst>
                <a:ext uri="{FF2B5EF4-FFF2-40B4-BE49-F238E27FC236}">
                  <a16:creationId xmlns:a16="http://schemas.microsoft.com/office/drawing/2014/main" id="{7A2A7EA8-3D06-4E77-E13F-F61938F5F73D}"/>
                </a:ext>
              </a:extLst>
            </p:cNvPr>
            <p:cNvGrpSpPr/>
            <p:nvPr/>
          </p:nvGrpSpPr>
          <p:grpSpPr>
            <a:xfrm>
              <a:off x="7930527" y="463715"/>
              <a:ext cx="174927" cy="437613"/>
              <a:chOff x="7930527" y="462528"/>
              <a:chExt cx="174927" cy="437613"/>
            </a:xfrm>
          </p:grpSpPr>
          <p:sp>
            <p:nvSpPr>
              <p:cNvPr id="54" name="L 字 53">
                <a:extLst>
                  <a:ext uri="{FF2B5EF4-FFF2-40B4-BE49-F238E27FC236}">
                    <a16:creationId xmlns:a16="http://schemas.microsoft.com/office/drawing/2014/main" id="{34B8D6A7-2172-9BB8-B2B2-C6A9020414BF}"/>
                  </a:ext>
                </a:extLst>
              </p:cNvPr>
              <p:cNvSpPr/>
              <p:nvPr/>
            </p:nvSpPr>
            <p:spPr>
              <a:xfrm>
                <a:off x="7930527" y="725214"/>
                <a:ext cx="174927" cy="174927"/>
              </a:xfrm>
              <a:prstGeom prst="corner">
                <a:avLst>
                  <a:gd name="adj1" fmla="val 28808"/>
                  <a:gd name="adj2" fmla="val 29924"/>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L 字 55">
                <a:extLst>
                  <a:ext uri="{FF2B5EF4-FFF2-40B4-BE49-F238E27FC236}">
                    <a16:creationId xmlns:a16="http://schemas.microsoft.com/office/drawing/2014/main" id="{3426A974-9923-12AF-517A-E907A74F3FC9}"/>
                  </a:ext>
                </a:extLst>
              </p:cNvPr>
              <p:cNvSpPr/>
              <p:nvPr/>
            </p:nvSpPr>
            <p:spPr>
              <a:xfrm flipV="1">
                <a:off x="7930527" y="462528"/>
                <a:ext cx="174927" cy="174927"/>
              </a:xfrm>
              <a:prstGeom prst="corner">
                <a:avLst>
                  <a:gd name="adj1" fmla="val 28808"/>
                  <a:gd name="adj2" fmla="val 29924"/>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8" name="グループ化 57">
              <a:extLst>
                <a:ext uri="{FF2B5EF4-FFF2-40B4-BE49-F238E27FC236}">
                  <a16:creationId xmlns:a16="http://schemas.microsoft.com/office/drawing/2014/main" id="{C00A4534-FA62-550E-58C0-F255574F86BA}"/>
                </a:ext>
              </a:extLst>
            </p:cNvPr>
            <p:cNvGrpSpPr/>
            <p:nvPr/>
          </p:nvGrpSpPr>
          <p:grpSpPr>
            <a:xfrm flipH="1">
              <a:off x="8174756" y="463715"/>
              <a:ext cx="174927" cy="437613"/>
              <a:chOff x="7930527" y="462528"/>
              <a:chExt cx="174927" cy="437613"/>
            </a:xfrm>
          </p:grpSpPr>
          <p:sp>
            <p:nvSpPr>
              <p:cNvPr id="59" name="L 字 58">
                <a:extLst>
                  <a:ext uri="{FF2B5EF4-FFF2-40B4-BE49-F238E27FC236}">
                    <a16:creationId xmlns:a16="http://schemas.microsoft.com/office/drawing/2014/main" id="{C613ACF5-D19F-66F9-06C2-65018E9D8334}"/>
                  </a:ext>
                </a:extLst>
              </p:cNvPr>
              <p:cNvSpPr/>
              <p:nvPr/>
            </p:nvSpPr>
            <p:spPr>
              <a:xfrm>
                <a:off x="7930527" y="725214"/>
                <a:ext cx="174927" cy="174927"/>
              </a:xfrm>
              <a:prstGeom prst="corner">
                <a:avLst>
                  <a:gd name="adj1" fmla="val 28808"/>
                  <a:gd name="adj2" fmla="val 29924"/>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L 字 59">
                <a:extLst>
                  <a:ext uri="{FF2B5EF4-FFF2-40B4-BE49-F238E27FC236}">
                    <a16:creationId xmlns:a16="http://schemas.microsoft.com/office/drawing/2014/main" id="{0EB12207-D4FA-E414-B84F-17B4C8EBB83A}"/>
                  </a:ext>
                </a:extLst>
              </p:cNvPr>
              <p:cNvSpPr/>
              <p:nvPr/>
            </p:nvSpPr>
            <p:spPr>
              <a:xfrm flipV="1">
                <a:off x="7930527" y="462528"/>
                <a:ext cx="174927" cy="174927"/>
              </a:xfrm>
              <a:prstGeom prst="corner">
                <a:avLst>
                  <a:gd name="adj1" fmla="val 28808"/>
                  <a:gd name="adj2" fmla="val 29924"/>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63" name="テキスト ボックス 62">
            <a:extLst>
              <a:ext uri="{FF2B5EF4-FFF2-40B4-BE49-F238E27FC236}">
                <a16:creationId xmlns:a16="http://schemas.microsoft.com/office/drawing/2014/main" id="{6544CB15-1327-E1E1-D066-906D34F96F09}"/>
              </a:ext>
            </a:extLst>
          </p:cNvPr>
          <p:cNvSpPr txBox="1"/>
          <p:nvPr/>
        </p:nvSpPr>
        <p:spPr>
          <a:xfrm>
            <a:off x="8861888" y="5040238"/>
            <a:ext cx="877163" cy="369332"/>
          </a:xfrm>
          <a:prstGeom prst="rect">
            <a:avLst/>
          </a:prstGeom>
          <a:noFill/>
        </p:spPr>
        <p:txBody>
          <a:bodyPr wrap="none" rtlCol="0">
            <a:spAutoFit/>
          </a:bodyPr>
          <a:lstStyle/>
          <a:p>
            <a:pPr algn="ctr"/>
            <a:r>
              <a:rPr lang="ja-JP" altLang="en-US" b="1" dirty="0">
                <a:solidFill>
                  <a:srgbClr val="FF00FF"/>
                </a:solidFill>
                <a:effectLst>
                  <a:glow rad="50800">
                    <a:schemeClr val="bg1">
                      <a:lumMod val="95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rPr>
              <a:t>セーブ</a:t>
            </a:r>
            <a:endParaRPr kumimoji="1" lang="ja-JP" altLang="en-US" b="1" dirty="0">
              <a:solidFill>
                <a:srgbClr val="FF00FF"/>
              </a:solidFill>
              <a:effectLst>
                <a:glow rad="50800">
                  <a:schemeClr val="bg1">
                    <a:lumMod val="95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pic>
        <p:nvPicPr>
          <p:cNvPr id="12" name="図 11">
            <a:extLst>
              <a:ext uri="{FF2B5EF4-FFF2-40B4-BE49-F238E27FC236}">
                <a16:creationId xmlns:a16="http://schemas.microsoft.com/office/drawing/2014/main" id="{BE48AE24-6B84-8623-BFB2-31338FF3ADC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22556" y="4463494"/>
            <a:ext cx="725993" cy="725993"/>
          </a:xfrm>
          <a:prstGeom prst="rect">
            <a:avLst/>
          </a:prstGeom>
        </p:spPr>
      </p:pic>
      <p:pic>
        <p:nvPicPr>
          <p:cNvPr id="24" name="図 23">
            <a:extLst>
              <a:ext uri="{FF2B5EF4-FFF2-40B4-BE49-F238E27FC236}">
                <a16:creationId xmlns:a16="http://schemas.microsoft.com/office/drawing/2014/main" id="{82450619-7FF2-77DA-966A-273DEC3C2DA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05832" y="4690759"/>
            <a:ext cx="389274" cy="389274"/>
          </a:xfrm>
          <a:prstGeom prst="rect">
            <a:avLst/>
          </a:prstGeom>
        </p:spPr>
      </p:pic>
      <p:sp>
        <p:nvSpPr>
          <p:cNvPr id="7" name="四角形: 角を丸くする 6">
            <a:extLst>
              <a:ext uri="{FF2B5EF4-FFF2-40B4-BE49-F238E27FC236}">
                <a16:creationId xmlns:a16="http://schemas.microsoft.com/office/drawing/2014/main" id="{1CA271C8-B7C0-9DF9-05DC-8D5F6C44088F}"/>
              </a:ext>
            </a:extLst>
          </p:cNvPr>
          <p:cNvSpPr/>
          <p:nvPr/>
        </p:nvSpPr>
        <p:spPr>
          <a:xfrm>
            <a:off x="803196" y="4081991"/>
            <a:ext cx="2977742" cy="1275835"/>
          </a:xfrm>
          <a:prstGeom prst="roundRect">
            <a:avLst/>
          </a:prstGeom>
          <a:solidFill>
            <a:schemeClr val="bg1">
              <a:lumMod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7591412A-6A75-36AA-3CF1-F440EE35BE50}"/>
              </a:ext>
            </a:extLst>
          </p:cNvPr>
          <p:cNvSpPr txBox="1"/>
          <p:nvPr/>
        </p:nvSpPr>
        <p:spPr>
          <a:xfrm>
            <a:off x="1943254" y="4519853"/>
            <a:ext cx="697627" cy="400110"/>
          </a:xfrm>
          <a:prstGeom prst="rect">
            <a:avLst/>
          </a:prstGeom>
          <a:noFill/>
        </p:spPr>
        <p:txBody>
          <a:bodyPr wrap="none" rtlCol="0">
            <a:spAutoFit/>
          </a:bodyPr>
          <a:lstStyle/>
          <a:p>
            <a:pPr algn="ctr"/>
            <a:r>
              <a:rPr lang="en-US" altLang="ja-JP" sz="2000">
                <a:solidFill>
                  <a:schemeClr val="bg1">
                    <a:lumMod val="9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Tips</a:t>
            </a:r>
            <a:endParaRPr kumimoji="1" lang="ja-JP" altLang="en-US" sz="2000" dirty="0">
              <a:solidFill>
                <a:schemeClr val="bg1">
                  <a:lumMod val="9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pic>
        <p:nvPicPr>
          <p:cNvPr id="23" name="図 22">
            <a:extLst>
              <a:ext uri="{FF2B5EF4-FFF2-40B4-BE49-F238E27FC236}">
                <a16:creationId xmlns:a16="http://schemas.microsoft.com/office/drawing/2014/main" id="{6BBC1DCE-0F7A-2FF6-652E-60655A5709E2}"/>
              </a:ext>
            </a:extLst>
          </p:cNvPr>
          <p:cNvPicPr>
            <a:picLocks noChangeAspect="1"/>
          </p:cNvPicPr>
          <p:nvPr/>
        </p:nvPicPr>
        <p:blipFill>
          <a:blip r:embed="rId8">
            <a:duotone>
              <a:schemeClr val="accent1">
                <a:shade val="45000"/>
                <a:satMod val="135000"/>
              </a:schemeClr>
              <a:prstClr val="white"/>
            </a:duotone>
            <a:alphaModFix amt="45000"/>
            <a:extLst>
              <a:ext uri="{28A0092B-C50C-407E-A947-70E740481C1C}">
                <a14:useLocalDpi xmlns:a14="http://schemas.microsoft.com/office/drawing/2010/main" val="0"/>
              </a:ext>
            </a:extLst>
          </a:blip>
          <a:stretch>
            <a:fillRect/>
          </a:stretch>
        </p:blipFill>
        <p:spPr>
          <a:xfrm>
            <a:off x="371236" y="2729896"/>
            <a:ext cx="1398209" cy="1398209"/>
          </a:xfrm>
          <a:prstGeom prst="rect">
            <a:avLst/>
          </a:prstGeom>
          <a:effectLst>
            <a:glow rad="88900">
              <a:srgbClr val="FFA4F3">
                <a:alpha val="30000"/>
              </a:srgbClr>
            </a:glow>
          </a:effectLst>
        </p:spPr>
      </p:pic>
      <p:pic>
        <p:nvPicPr>
          <p:cNvPr id="26" name="図 25">
            <a:extLst>
              <a:ext uri="{FF2B5EF4-FFF2-40B4-BE49-F238E27FC236}">
                <a16:creationId xmlns:a16="http://schemas.microsoft.com/office/drawing/2014/main" id="{362A528E-4742-CA31-45FF-03E6C7289804}"/>
              </a:ext>
            </a:extLst>
          </p:cNvPr>
          <p:cNvPicPr>
            <a:picLocks noChangeAspect="1"/>
          </p:cNvPicPr>
          <p:nvPr/>
        </p:nvPicPr>
        <p:blipFill>
          <a:blip r:embed="rId8">
            <a:duotone>
              <a:schemeClr val="accent1">
                <a:shade val="45000"/>
                <a:satMod val="135000"/>
              </a:schemeClr>
              <a:prstClr val="white"/>
            </a:duotone>
            <a:alphaModFix amt="45000"/>
            <a:extLst>
              <a:ext uri="{28A0092B-C50C-407E-A947-70E740481C1C}">
                <a14:useLocalDpi xmlns:a14="http://schemas.microsoft.com/office/drawing/2010/main" val="0"/>
              </a:ext>
            </a:extLst>
          </a:blip>
          <a:stretch>
            <a:fillRect/>
          </a:stretch>
        </p:blipFill>
        <p:spPr>
          <a:xfrm flipH="1">
            <a:off x="10421587" y="2729895"/>
            <a:ext cx="1398209" cy="1398209"/>
          </a:xfrm>
          <a:prstGeom prst="rect">
            <a:avLst/>
          </a:prstGeom>
          <a:effectLst>
            <a:glow rad="88900">
              <a:srgbClr val="FFA4F3">
                <a:alpha val="30000"/>
              </a:srgbClr>
            </a:glow>
          </a:effectLst>
        </p:spPr>
      </p:pic>
      <p:pic>
        <p:nvPicPr>
          <p:cNvPr id="28" name="図 27">
            <a:extLst>
              <a:ext uri="{FF2B5EF4-FFF2-40B4-BE49-F238E27FC236}">
                <a16:creationId xmlns:a16="http://schemas.microsoft.com/office/drawing/2014/main" id="{61C0F91A-0486-AC77-1BC4-E847A58972D8}"/>
              </a:ext>
            </a:extLst>
          </p:cNvPr>
          <p:cNvPicPr>
            <a:picLocks noChangeAspect="1"/>
          </p:cNvPicPr>
          <p:nvPr/>
        </p:nvPicPr>
        <p:blipFill>
          <a:blip r:embed="rId9">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9936916" y="656679"/>
            <a:ext cx="305015" cy="305015"/>
          </a:xfrm>
          <a:prstGeom prst="rect">
            <a:avLst/>
          </a:prstGeom>
          <a:effectLst>
            <a:glow rad="12700">
              <a:schemeClr val="tx1">
                <a:lumMod val="85000"/>
                <a:lumOff val="15000"/>
                <a:alpha val="85000"/>
              </a:schemeClr>
            </a:glow>
          </a:effectLst>
        </p:spPr>
      </p:pic>
    </p:spTree>
    <p:extLst>
      <p:ext uri="{BB962C8B-B14F-4D97-AF65-F5344CB8AC3E}">
        <p14:creationId xmlns:p14="http://schemas.microsoft.com/office/powerpoint/2010/main" val="117256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D462017-C800-F941-2D71-8592622353C0}"/>
            </a:ext>
          </a:extLst>
        </p:cNvPr>
        <p:cNvGrpSpPr/>
        <p:nvPr/>
      </p:nvGrpSpPr>
      <p:grpSpPr>
        <a:xfrm>
          <a:off x="0" y="0"/>
          <a:ext cx="0" cy="0"/>
          <a:chOff x="0" y="0"/>
          <a:chExt cx="0" cy="0"/>
        </a:xfrm>
      </p:grpSpPr>
      <p:sp>
        <p:nvSpPr>
          <p:cNvPr id="22" name="楕円 21">
            <a:extLst>
              <a:ext uri="{FF2B5EF4-FFF2-40B4-BE49-F238E27FC236}">
                <a16:creationId xmlns:a16="http://schemas.microsoft.com/office/drawing/2014/main" id="{2F1531AD-109B-C67B-B13A-213C2205D240}"/>
              </a:ext>
            </a:extLst>
          </p:cNvPr>
          <p:cNvSpPr/>
          <p:nvPr/>
        </p:nvSpPr>
        <p:spPr>
          <a:xfrm>
            <a:off x="8844505" y="4536806"/>
            <a:ext cx="911928" cy="911928"/>
          </a:xfrm>
          <a:prstGeom prst="ellipse">
            <a:avLst/>
          </a:prstGeom>
          <a:solidFill>
            <a:schemeClr val="bg1">
              <a:lumMod val="9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027C78FA-1CB9-451E-5513-7FB958EAD871}"/>
              </a:ext>
            </a:extLst>
          </p:cNvPr>
          <p:cNvSpPr/>
          <p:nvPr/>
        </p:nvSpPr>
        <p:spPr>
          <a:xfrm>
            <a:off x="10313307" y="4536806"/>
            <a:ext cx="911928" cy="911928"/>
          </a:xfrm>
          <a:prstGeom prst="ellipse">
            <a:avLst/>
          </a:prstGeom>
          <a:solidFill>
            <a:schemeClr val="bg1">
              <a:lumMod val="9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図 2">
            <a:extLst>
              <a:ext uri="{FF2B5EF4-FFF2-40B4-BE49-F238E27FC236}">
                <a16:creationId xmlns:a16="http://schemas.microsoft.com/office/drawing/2014/main" id="{F710ED4F-9E41-C1D6-7335-33928FB23F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3025" y="914113"/>
            <a:ext cx="5305951" cy="7490029"/>
          </a:xfrm>
          <a:prstGeom prst="rect">
            <a:avLst/>
          </a:prstGeom>
        </p:spPr>
      </p:pic>
      <p:sp>
        <p:nvSpPr>
          <p:cNvPr id="6" name="四角形: 角を丸くする 5">
            <a:extLst>
              <a:ext uri="{FF2B5EF4-FFF2-40B4-BE49-F238E27FC236}">
                <a16:creationId xmlns:a16="http://schemas.microsoft.com/office/drawing/2014/main" id="{9DD42A93-4D62-BCEF-5B17-871C182B686E}"/>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10" name="四角形: 角を丸くする 9">
            <a:extLst>
              <a:ext uri="{FF2B5EF4-FFF2-40B4-BE49-F238E27FC236}">
                <a16:creationId xmlns:a16="http://schemas.microsoft.com/office/drawing/2014/main" id="{CC0A6744-ACD1-3476-66B3-E810B985CE8E}"/>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4" name="図 3">
            <a:extLst>
              <a:ext uri="{FF2B5EF4-FFF2-40B4-BE49-F238E27FC236}">
                <a16:creationId xmlns:a16="http://schemas.microsoft.com/office/drawing/2014/main" id="{37862C2F-3BBB-1B21-04EF-CD9D76AF83E6}"/>
              </a:ext>
            </a:extLst>
          </p:cNvPr>
          <p:cNvPicPr>
            <a:picLocks noChangeAspect="1"/>
          </p:cNvPicPr>
          <p:nvPr/>
        </p:nvPicPr>
        <p:blipFill>
          <a:blip r:embed="rId4">
            <a:extLst>
              <a:ext uri="{28A0092B-C50C-407E-A947-70E740481C1C}">
                <a14:useLocalDpi xmlns:a14="http://schemas.microsoft.com/office/drawing/2010/main" val="0"/>
              </a:ext>
            </a:extLst>
          </a:blip>
          <a:srcRect l="59639" t="36782" r="20854" b="36420"/>
          <a:stretch>
            <a:fillRect/>
          </a:stretch>
        </p:blipFill>
        <p:spPr>
          <a:xfrm>
            <a:off x="10785553" y="134635"/>
            <a:ext cx="1104697" cy="1138172"/>
          </a:xfrm>
          <a:prstGeom prst="rect">
            <a:avLst/>
          </a:prstGeom>
        </p:spPr>
      </p:pic>
      <p:sp>
        <p:nvSpPr>
          <p:cNvPr id="11" name="テキスト ボックス 10">
            <a:extLst>
              <a:ext uri="{FF2B5EF4-FFF2-40B4-BE49-F238E27FC236}">
                <a16:creationId xmlns:a16="http://schemas.microsoft.com/office/drawing/2014/main" id="{EEF1C5B4-8B50-78D3-44F4-20A91A724856}"/>
              </a:ext>
            </a:extLst>
          </p:cNvPr>
          <p:cNvSpPr txBox="1"/>
          <p:nvPr/>
        </p:nvSpPr>
        <p:spPr>
          <a:xfrm>
            <a:off x="10089424" y="5040238"/>
            <a:ext cx="1338828" cy="369332"/>
          </a:xfrm>
          <a:prstGeom prst="rect">
            <a:avLst/>
          </a:prstGeom>
          <a:noFill/>
        </p:spPr>
        <p:txBody>
          <a:bodyPr wrap="none" rtlCol="0">
            <a:spAutoFit/>
          </a:bodyPr>
          <a:lstStyle/>
          <a:p>
            <a:pPr algn="ctr"/>
            <a:r>
              <a:rPr lang="ja-JP" altLang="en-US" b="1" dirty="0">
                <a:ln w="9525">
                  <a:noFill/>
                </a:ln>
                <a:solidFill>
                  <a:srgbClr val="FF00FF"/>
                </a:solidFill>
                <a:effectLst>
                  <a:glow rad="50800">
                    <a:schemeClr val="bg1">
                      <a:lumMod val="95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rPr>
              <a:t>ミッション</a:t>
            </a:r>
            <a:endParaRPr kumimoji="1" lang="ja-JP" altLang="en-US" b="1" dirty="0">
              <a:ln w="9525">
                <a:noFill/>
              </a:ln>
              <a:solidFill>
                <a:srgbClr val="FF00FF"/>
              </a:solidFill>
              <a:effectLst>
                <a:glow rad="50800">
                  <a:schemeClr val="bg1">
                    <a:lumMod val="95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4" name="テキスト ボックス 13">
            <a:extLst>
              <a:ext uri="{FF2B5EF4-FFF2-40B4-BE49-F238E27FC236}">
                <a16:creationId xmlns:a16="http://schemas.microsoft.com/office/drawing/2014/main" id="{D408046B-2460-0260-3419-70E8432A0EB7}"/>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6" name="テキスト ボックス 15">
            <a:extLst>
              <a:ext uri="{FF2B5EF4-FFF2-40B4-BE49-F238E27FC236}">
                <a16:creationId xmlns:a16="http://schemas.microsoft.com/office/drawing/2014/main" id="{1E2EA97F-1642-F29C-63A7-C2A0647AA6CF}"/>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9" name="テキスト ボックス 18">
            <a:extLst>
              <a:ext uri="{FF2B5EF4-FFF2-40B4-BE49-F238E27FC236}">
                <a16:creationId xmlns:a16="http://schemas.microsoft.com/office/drawing/2014/main" id="{AAB41ED2-9974-AE27-AF1B-1E5C5129CDA3}"/>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9" name="テキスト ボックス 8">
            <a:extLst>
              <a:ext uri="{FF2B5EF4-FFF2-40B4-BE49-F238E27FC236}">
                <a16:creationId xmlns:a16="http://schemas.microsoft.com/office/drawing/2014/main" id="{0FD9DD1B-2CA4-6C50-E72F-162944C3E4B9}"/>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 name="テキスト ボックス 4">
            <a:extLst>
              <a:ext uri="{FF2B5EF4-FFF2-40B4-BE49-F238E27FC236}">
                <a16:creationId xmlns:a16="http://schemas.microsoft.com/office/drawing/2014/main" id="{E2B1A53C-B518-ACD1-CA13-064A08961580}"/>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2" name="テキスト ボックス 31">
            <a:extLst>
              <a:ext uri="{FF2B5EF4-FFF2-40B4-BE49-F238E27FC236}">
                <a16:creationId xmlns:a16="http://schemas.microsoft.com/office/drawing/2014/main" id="{29B5DE0C-F2CD-2AF1-DE00-335C488A4F9F}"/>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7" name="四角形: 角を丸くする 16">
            <a:extLst>
              <a:ext uri="{FF2B5EF4-FFF2-40B4-BE49-F238E27FC236}">
                <a16:creationId xmlns:a16="http://schemas.microsoft.com/office/drawing/2014/main" id="{CE2074AA-29D2-AA1B-66DD-39884A25E05C}"/>
              </a:ext>
            </a:extLst>
          </p:cNvPr>
          <p:cNvSpPr/>
          <p:nvPr/>
        </p:nvSpPr>
        <p:spPr>
          <a:xfrm>
            <a:off x="567559" y="504494"/>
            <a:ext cx="3414360" cy="914400"/>
          </a:xfrm>
          <a:prstGeom prst="roundRect">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4FB7259E-DD46-41DB-82B5-0BFADD4E92F7}"/>
              </a:ext>
            </a:extLst>
          </p:cNvPr>
          <p:cNvSpPr txBox="1"/>
          <p:nvPr/>
        </p:nvSpPr>
        <p:spPr>
          <a:xfrm>
            <a:off x="1156484" y="761639"/>
            <a:ext cx="2236510" cy="400110"/>
          </a:xfrm>
          <a:prstGeom prst="rect">
            <a:avLst/>
          </a:prstGeom>
          <a:noFill/>
        </p:spPr>
        <p:txBody>
          <a:bodyPr wrap="none" rtlCol="0">
            <a:spAutoFit/>
          </a:bodyPr>
          <a:lstStyle/>
          <a:p>
            <a:r>
              <a:rPr lang="ja-JP" altLang="en-US" sz="2000">
                <a:solidFill>
                  <a:schemeClr val="bg1">
                    <a:lumMod val="9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メインミッション</a:t>
            </a:r>
            <a:endParaRPr kumimoji="1" lang="ja-JP" altLang="en-US" sz="2000" dirty="0">
              <a:solidFill>
                <a:schemeClr val="bg1">
                  <a:lumMod val="9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1" name="楕円 30">
            <a:extLst>
              <a:ext uri="{FF2B5EF4-FFF2-40B4-BE49-F238E27FC236}">
                <a16:creationId xmlns:a16="http://schemas.microsoft.com/office/drawing/2014/main" id="{3FDC77A5-58C8-3B43-B49B-D92E5620B88D}"/>
              </a:ext>
            </a:extLst>
          </p:cNvPr>
          <p:cNvSpPr/>
          <p:nvPr/>
        </p:nvSpPr>
        <p:spPr>
          <a:xfrm>
            <a:off x="9676741" y="293295"/>
            <a:ext cx="791128" cy="791128"/>
          </a:xfrm>
          <a:prstGeom prst="ellipse">
            <a:avLst/>
          </a:prstGeom>
          <a:solidFill>
            <a:schemeClr val="bg1">
              <a:lumMod val="9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4" name="図 33">
            <a:extLst>
              <a:ext uri="{FF2B5EF4-FFF2-40B4-BE49-F238E27FC236}">
                <a16:creationId xmlns:a16="http://schemas.microsoft.com/office/drawing/2014/main" id="{D6B78FC0-1C68-C5FB-3369-9C810505D1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4112" y="460379"/>
            <a:ext cx="491958" cy="377616"/>
          </a:xfrm>
          <a:prstGeom prst="rect">
            <a:avLst/>
          </a:prstGeom>
        </p:spPr>
      </p:pic>
      <p:sp>
        <p:nvSpPr>
          <p:cNvPr id="53" name="楕円 52">
            <a:extLst>
              <a:ext uri="{FF2B5EF4-FFF2-40B4-BE49-F238E27FC236}">
                <a16:creationId xmlns:a16="http://schemas.microsoft.com/office/drawing/2014/main" id="{0E94A84E-A2B4-2268-0049-75855966F3E3}"/>
              </a:ext>
            </a:extLst>
          </p:cNvPr>
          <p:cNvSpPr/>
          <p:nvPr/>
        </p:nvSpPr>
        <p:spPr>
          <a:xfrm>
            <a:off x="8664745" y="293295"/>
            <a:ext cx="791128" cy="791128"/>
          </a:xfrm>
          <a:prstGeom prst="ellipse">
            <a:avLst/>
          </a:prstGeom>
          <a:solidFill>
            <a:schemeClr val="bg1">
              <a:lumMod val="95000"/>
            </a:schemeClr>
          </a:solidFill>
          <a:ln w="3810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1" name="グループ化 60">
            <a:extLst>
              <a:ext uri="{FF2B5EF4-FFF2-40B4-BE49-F238E27FC236}">
                <a16:creationId xmlns:a16="http://schemas.microsoft.com/office/drawing/2014/main" id="{6500A66C-656D-B31D-47B6-78442E5BFD40}"/>
              </a:ext>
            </a:extLst>
          </p:cNvPr>
          <p:cNvGrpSpPr/>
          <p:nvPr/>
        </p:nvGrpSpPr>
        <p:grpSpPr>
          <a:xfrm>
            <a:off x="8844932" y="481731"/>
            <a:ext cx="419156" cy="437613"/>
            <a:chOff x="7930527" y="463715"/>
            <a:chExt cx="419156" cy="437613"/>
          </a:xfrm>
        </p:grpSpPr>
        <p:grpSp>
          <p:nvGrpSpPr>
            <p:cNvPr id="57" name="グループ化 56">
              <a:extLst>
                <a:ext uri="{FF2B5EF4-FFF2-40B4-BE49-F238E27FC236}">
                  <a16:creationId xmlns:a16="http://schemas.microsoft.com/office/drawing/2014/main" id="{3F191B20-B9DD-A9A0-844E-2F6590DB1431}"/>
                </a:ext>
              </a:extLst>
            </p:cNvPr>
            <p:cNvGrpSpPr/>
            <p:nvPr/>
          </p:nvGrpSpPr>
          <p:grpSpPr>
            <a:xfrm>
              <a:off x="7930527" y="463715"/>
              <a:ext cx="174927" cy="437613"/>
              <a:chOff x="7930527" y="462528"/>
              <a:chExt cx="174927" cy="437613"/>
            </a:xfrm>
          </p:grpSpPr>
          <p:sp>
            <p:nvSpPr>
              <p:cNvPr id="54" name="L 字 53">
                <a:extLst>
                  <a:ext uri="{FF2B5EF4-FFF2-40B4-BE49-F238E27FC236}">
                    <a16:creationId xmlns:a16="http://schemas.microsoft.com/office/drawing/2014/main" id="{63B5D67B-8882-C497-AF41-83F425EAB92B}"/>
                  </a:ext>
                </a:extLst>
              </p:cNvPr>
              <p:cNvSpPr/>
              <p:nvPr/>
            </p:nvSpPr>
            <p:spPr>
              <a:xfrm>
                <a:off x="7930527" y="725214"/>
                <a:ext cx="174927" cy="174927"/>
              </a:xfrm>
              <a:prstGeom prst="corner">
                <a:avLst>
                  <a:gd name="adj1" fmla="val 28808"/>
                  <a:gd name="adj2" fmla="val 29924"/>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L 字 55">
                <a:extLst>
                  <a:ext uri="{FF2B5EF4-FFF2-40B4-BE49-F238E27FC236}">
                    <a16:creationId xmlns:a16="http://schemas.microsoft.com/office/drawing/2014/main" id="{C8A53A7D-598B-A14C-17B2-4A227685FB3C}"/>
                  </a:ext>
                </a:extLst>
              </p:cNvPr>
              <p:cNvSpPr/>
              <p:nvPr/>
            </p:nvSpPr>
            <p:spPr>
              <a:xfrm flipV="1">
                <a:off x="7930527" y="462528"/>
                <a:ext cx="174927" cy="174927"/>
              </a:xfrm>
              <a:prstGeom prst="corner">
                <a:avLst>
                  <a:gd name="adj1" fmla="val 28808"/>
                  <a:gd name="adj2" fmla="val 29924"/>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8" name="グループ化 57">
              <a:extLst>
                <a:ext uri="{FF2B5EF4-FFF2-40B4-BE49-F238E27FC236}">
                  <a16:creationId xmlns:a16="http://schemas.microsoft.com/office/drawing/2014/main" id="{DB231AA9-9C2D-D7A2-5BDC-0C94730F5089}"/>
                </a:ext>
              </a:extLst>
            </p:cNvPr>
            <p:cNvGrpSpPr/>
            <p:nvPr/>
          </p:nvGrpSpPr>
          <p:grpSpPr>
            <a:xfrm flipH="1">
              <a:off x="8174756" y="463715"/>
              <a:ext cx="174927" cy="437613"/>
              <a:chOff x="7930527" y="462528"/>
              <a:chExt cx="174927" cy="437613"/>
            </a:xfrm>
          </p:grpSpPr>
          <p:sp>
            <p:nvSpPr>
              <p:cNvPr id="59" name="L 字 58">
                <a:extLst>
                  <a:ext uri="{FF2B5EF4-FFF2-40B4-BE49-F238E27FC236}">
                    <a16:creationId xmlns:a16="http://schemas.microsoft.com/office/drawing/2014/main" id="{0012BC45-88F1-E225-82DB-AF92D67D188B}"/>
                  </a:ext>
                </a:extLst>
              </p:cNvPr>
              <p:cNvSpPr/>
              <p:nvPr/>
            </p:nvSpPr>
            <p:spPr>
              <a:xfrm>
                <a:off x="7930527" y="725214"/>
                <a:ext cx="174927" cy="174927"/>
              </a:xfrm>
              <a:prstGeom prst="corner">
                <a:avLst>
                  <a:gd name="adj1" fmla="val 28808"/>
                  <a:gd name="adj2" fmla="val 29924"/>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L 字 59">
                <a:extLst>
                  <a:ext uri="{FF2B5EF4-FFF2-40B4-BE49-F238E27FC236}">
                    <a16:creationId xmlns:a16="http://schemas.microsoft.com/office/drawing/2014/main" id="{83FAAC90-5C93-8B29-81CE-70BAC6A99F84}"/>
                  </a:ext>
                </a:extLst>
              </p:cNvPr>
              <p:cNvSpPr/>
              <p:nvPr/>
            </p:nvSpPr>
            <p:spPr>
              <a:xfrm flipV="1">
                <a:off x="7930527" y="462528"/>
                <a:ext cx="174927" cy="174927"/>
              </a:xfrm>
              <a:prstGeom prst="corner">
                <a:avLst>
                  <a:gd name="adj1" fmla="val 28808"/>
                  <a:gd name="adj2" fmla="val 29924"/>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63" name="テキスト ボックス 62">
            <a:extLst>
              <a:ext uri="{FF2B5EF4-FFF2-40B4-BE49-F238E27FC236}">
                <a16:creationId xmlns:a16="http://schemas.microsoft.com/office/drawing/2014/main" id="{9FA27AA5-241C-CE4E-EE57-DA1E6E34731F}"/>
              </a:ext>
            </a:extLst>
          </p:cNvPr>
          <p:cNvSpPr txBox="1"/>
          <p:nvPr/>
        </p:nvSpPr>
        <p:spPr>
          <a:xfrm>
            <a:off x="8861888" y="5040238"/>
            <a:ext cx="877163" cy="369332"/>
          </a:xfrm>
          <a:prstGeom prst="rect">
            <a:avLst/>
          </a:prstGeom>
          <a:noFill/>
        </p:spPr>
        <p:txBody>
          <a:bodyPr wrap="none" rtlCol="0">
            <a:spAutoFit/>
          </a:bodyPr>
          <a:lstStyle/>
          <a:p>
            <a:pPr algn="ctr"/>
            <a:r>
              <a:rPr lang="ja-JP" altLang="en-US" b="1" dirty="0">
                <a:solidFill>
                  <a:srgbClr val="FF00FF"/>
                </a:solidFill>
                <a:effectLst>
                  <a:glow rad="50800">
                    <a:schemeClr val="bg1">
                      <a:lumMod val="95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rPr>
              <a:t>セーブ</a:t>
            </a:r>
            <a:endParaRPr kumimoji="1" lang="ja-JP" altLang="en-US" b="1" dirty="0">
              <a:solidFill>
                <a:srgbClr val="FF00FF"/>
              </a:solidFill>
              <a:effectLst>
                <a:glow rad="50800">
                  <a:schemeClr val="bg1">
                    <a:lumMod val="95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pic>
        <p:nvPicPr>
          <p:cNvPr id="12" name="図 11">
            <a:extLst>
              <a:ext uri="{FF2B5EF4-FFF2-40B4-BE49-F238E27FC236}">
                <a16:creationId xmlns:a16="http://schemas.microsoft.com/office/drawing/2014/main" id="{4172A3C0-06BE-1ABD-A7B2-B03AB0C67D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22556" y="4463494"/>
            <a:ext cx="725993" cy="725993"/>
          </a:xfrm>
          <a:prstGeom prst="rect">
            <a:avLst/>
          </a:prstGeom>
        </p:spPr>
      </p:pic>
      <p:pic>
        <p:nvPicPr>
          <p:cNvPr id="24" name="図 23">
            <a:extLst>
              <a:ext uri="{FF2B5EF4-FFF2-40B4-BE49-F238E27FC236}">
                <a16:creationId xmlns:a16="http://schemas.microsoft.com/office/drawing/2014/main" id="{2DB20676-CCF9-4EA3-BBE6-1B90CF526CE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05832" y="4690759"/>
            <a:ext cx="389274" cy="389274"/>
          </a:xfrm>
          <a:prstGeom prst="rect">
            <a:avLst/>
          </a:prstGeom>
        </p:spPr>
      </p:pic>
      <p:sp>
        <p:nvSpPr>
          <p:cNvPr id="7" name="四角形: 角を丸くする 6">
            <a:extLst>
              <a:ext uri="{FF2B5EF4-FFF2-40B4-BE49-F238E27FC236}">
                <a16:creationId xmlns:a16="http://schemas.microsoft.com/office/drawing/2014/main" id="{C0334118-E321-6627-93BA-DE71072E74FF}"/>
              </a:ext>
            </a:extLst>
          </p:cNvPr>
          <p:cNvSpPr/>
          <p:nvPr/>
        </p:nvSpPr>
        <p:spPr>
          <a:xfrm>
            <a:off x="803196" y="4081991"/>
            <a:ext cx="2977742" cy="1275835"/>
          </a:xfrm>
          <a:prstGeom prst="roundRect">
            <a:avLst/>
          </a:prstGeom>
          <a:solidFill>
            <a:schemeClr val="bg1">
              <a:lumMod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4FFE71DF-0F1C-BB62-C1F8-7E78D517A79D}"/>
              </a:ext>
            </a:extLst>
          </p:cNvPr>
          <p:cNvSpPr txBox="1"/>
          <p:nvPr/>
        </p:nvSpPr>
        <p:spPr>
          <a:xfrm>
            <a:off x="1943254" y="4519853"/>
            <a:ext cx="697627" cy="400110"/>
          </a:xfrm>
          <a:prstGeom prst="rect">
            <a:avLst/>
          </a:prstGeom>
          <a:noFill/>
        </p:spPr>
        <p:txBody>
          <a:bodyPr wrap="none" rtlCol="0">
            <a:spAutoFit/>
          </a:bodyPr>
          <a:lstStyle/>
          <a:p>
            <a:pPr algn="ctr"/>
            <a:r>
              <a:rPr lang="en-US" altLang="ja-JP" sz="2000">
                <a:solidFill>
                  <a:schemeClr val="bg1">
                    <a:lumMod val="9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Tips</a:t>
            </a:r>
            <a:endParaRPr kumimoji="1" lang="ja-JP" altLang="en-US" sz="2000" dirty="0">
              <a:solidFill>
                <a:schemeClr val="bg1">
                  <a:lumMod val="9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pic>
        <p:nvPicPr>
          <p:cNvPr id="23" name="図 22">
            <a:extLst>
              <a:ext uri="{FF2B5EF4-FFF2-40B4-BE49-F238E27FC236}">
                <a16:creationId xmlns:a16="http://schemas.microsoft.com/office/drawing/2014/main" id="{641D0EF5-E1E4-18FB-5873-B43567B3C59F}"/>
              </a:ext>
            </a:extLst>
          </p:cNvPr>
          <p:cNvPicPr>
            <a:picLocks noChangeAspect="1"/>
          </p:cNvPicPr>
          <p:nvPr/>
        </p:nvPicPr>
        <p:blipFill>
          <a:blip r:embed="rId8">
            <a:duotone>
              <a:schemeClr val="accent1">
                <a:shade val="45000"/>
                <a:satMod val="135000"/>
              </a:schemeClr>
              <a:prstClr val="white"/>
            </a:duotone>
            <a:alphaModFix amt="45000"/>
            <a:extLst>
              <a:ext uri="{28A0092B-C50C-407E-A947-70E740481C1C}">
                <a14:useLocalDpi xmlns:a14="http://schemas.microsoft.com/office/drawing/2010/main" val="0"/>
              </a:ext>
            </a:extLst>
          </a:blip>
          <a:stretch>
            <a:fillRect/>
          </a:stretch>
        </p:blipFill>
        <p:spPr>
          <a:xfrm>
            <a:off x="371236" y="2729896"/>
            <a:ext cx="1398209" cy="1398209"/>
          </a:xfrm>
          <a:prstGeom prst="rect">
            <a:avLst/>
          </a:prstGeom>
          <a:effectLst>
            <a:glow rad="88900">
              <a:srgbClr val="FFA4F3">
                <a:alpha val="30000"/>
              </a:srgbClr>
            </a:glow>
          </a:effectLst>
        </p:spPr>
      </p:pic>
      <p:pic>
        <p:nvPicPr>
          <p:cNvPr id="26" name="図 25">
            <a:extLst>
              <a:ext uri="{FF2B5EF4-FFF2-40B4-BE49-F238E27FC236}">
                <a16:creationId xmlns:a16="http://schemas.microsoft.com/office/drawing/2014/main" id="{F2057567-62DE-ACC2-E53B-A79B69791169}"/>
              </a:ext>
            </a:extLst>
          </p:cNvPr>
          <p:cNvPicPr>
            <a:picLocks noChangeAspect="1"/>
          </p:cNvPicPr>
          <p:nvPr/>
        </p:nvPicPr>
        <p:blipFill>
          <a:blip r:embed="rId8">
            <a:duotone>
              <a:schemeClr val="accent1">
                <a:shade val="45000"/>
                <a:satMod val="135000"/>
              </a:schemeClr>
              <a:prstClr val="white"/>
            </a:duotone>
            <a:alphaModFix amt="45000"/>
            <a:extLst>
              <a:ext uri="{28A0092B-C50C-407E-A947-70E740481C1C}">
                <a14:useLocalDpi xmlns:a14="http://schemas.microsoft.com/office/drawing/2010/main" val="0"/>
              </a:ext>
            </a:extLst>
          </a:blip>
          <a:stretch>
            <a:fillRect/>
          </a:stretch>
        </p:blipFill>
        <p:spPr>
          <a:xfrm flipH="1">
            <a:off x="10421587" y="2729895"/>
            <a:ext cx="1398209" cy="1398209"/>
          </a:xfrm>
          <a:prstGeom prst="rect">
            <a:avLst/>
          </a:prstGeom>
          <a:effectLst>
            <a:glow rad="88900">
              <a:srgbClr val="FFA4F3">
                <a:alpha val="30000"/>
              </a:srgbClr>
            </a:glow>
          </a:effectLst>
        </p:spPr>
      </p:pic>
      <p:grpSp>
        <p:nvGrpSpPr>
          <p:cNvPr id="2" name="グループ化 1">
            <a:extLst>
              <a:ext uri="{FF2B5EF4-FFF2-40B4-BE49-F238E27FC236}">
                <a16:creationId xmlns:a16="http://schemas.microsoft.com/office/drawing/2014/main" id="{388A1AD7-61C5-99E3-7A72-C5887A834ABE}"/>
              </a:ext>
            </a:extLst>
          </p:cNvPr>
          <p:cNvGrpSpPr/>
          <p:nvPr/>
        </p:nvGrpSpPr>
        <p:grpSpPr>
          <a:xfrm>
            <a:off x="9955097" y="682678"/>
            <a:ext cx="230130" cy="326302"/>
            <a:chOff x="8812481" y="694218"/>
            <a:chExt cx="1470606" cy="1692464"/>
          </a:xfrm>
          <a:effectLst>
            <a:glow rad="12700">
              <a:schemeClr val="tx1">
                <a:lumMod val="85000"/>
                <a:lumOff val="15000"/>
                <a:alpha val="70000"/>
              </a:schemeClr>
            </a:glow>
          </a:effectLst>
        </p:grpSpPr>
        <p:pic>
          <p:nvPicPr>
            <p:cNvPr id="8" name="図 7">
              <a:extLst>
                <a:ext uri="{FF2B5EF4-FFF2-40B4-BE49-F238E27FC236}">
                  <a16:creationId xmlns:a16="http://schemas.microsoft.com/office/drawing/2014/main" id="{42D7618D-BA70-172B-8E63-79813224AC0D}"/>
                </a:ext>
              </a:extLst>
            </p:cNvPr>
            <p:cNvPicPr>
              <a:picLocks noChangeAspect="1"/>
            </p:cNvPicPr>
            <p:nvPr/>
          </p:nvPicPr>
          <p:blipFill>
            <a:blip r:embed="rId9">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rot="13959555">
              <a:off x="8830608" y="676091"/>
              <a:ext cx="1282845" cy="1319099"/>
            </a:xfrm>
            <a:prstGeom prst="rect">
              <a:avLst/>
            </a:prstGeom>
          </p:spPr>
        </p:pic>
        <p:pic>
          <p:nvPicPr>
            <p:cNvPr id="18" name="図 17">
              <a:extLst>
                <a:ext uri="{FF2B5EF4-FFF2-40B4-BE49-F238E27FC236}">
                  <a16:creationId xmlns:a16="http://schemas.microsoft.com/office/drawing/2014/main" id="{3817280F-2355-AE93-9663-FA822C749E3B}"/>
                </a:ext>
              </a:extLst>
            </p:cNvPr>
            <p:cNvPicPr>
              <a:picLocks noChangeAspect="1"/>
            </p:cNvPicPr>
            <p:nvPr/>
          </p:nvPicPr>
          <p:blipFill>
            <a:blip r:embed="rId9">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rot="13959555" flipH="1" flipV="1">
              <a:off x="8982115" y="1085710"/>
              <a:ext cx="1282845" cy="1319099"/>
            </a:xfrm>
            <a:prstGeom prst="rect">
              <a:avLst/>
            </a:prstGeom>
          </p:spPr>
        </p:pic>
      </p:grpSp>
      <p:sp>
        <p:nvSpPr>
          <p:cNvPr id="25" name="吹き出し: 角を丸めた四角形 24">
            <a:extLst>
              <a:ext uri="{FF2B5EF4-FFF2-40B4-BE49-F238E27FC236}">
                <a16:creationId xmlns:a16="http://schemas.microsoft.com/office/drawing/2014/main" id="{1BBE0B5B-586B-9805-2517-2EA356B943FA}"/>
              </a:ext>
            </a:extLst>
          </p:cNvPr>
          <p:cNvSpPr/>
          <p:nvPr/>
        </p:nvSpPr>
        <p:spPr>
          <a:xfrm>
            <a:off x="8262219" y="1825224"/>
            <a:ext cx="3274549" cy="2126137"/>
          </a:xfrm>
          <a:prstGeom prst="wedgeRoundRectCallout">
            <a:avLst>
              <a:gd name="adj1" fmla="val -66579"/>
              <a:gd name="adj2" fmla="val 24789"/>
              <a:gd name="adj3" fmla="val 16667"/>
            </a:avLst>
          </a:prstGeom>
          <a:solidFill>
            <a:schemeClr val="bg1">
              <a:lumMod val="9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31024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F8FB6E9-FA8B-9A33-7D35-996D39751E1A}"/>
            </a:ext>
          </a:extLst>
        </p:cNvPr>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75FDB248-4A02-06A9-F441-9FEF1A4B20EF}"/>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45ABC660-9DAF-397C-A4D4-F2B67264F9DB}"/>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2378619D-71E8-9B45-B61A-FF70559002CE}"/>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D61D6ECA-45F8-A6E8-B7CE-EBD719364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FDA8A36B-D4B1-B6AF-851C-4E5F658E1013}"/>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AF0F9DB6-973C-36B0-4638-A10F717E5E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541A665F-03E2-B1B7-D6DB-D3B0939D6CD3}"/>
              </a:ext>
            </a:extLst>
          </p:cNvPr>
          <p:cNvSpPr txBox="1"/>
          <p:nvPr/>
        </p:nvSpPr>
        <p:spPr>
          <a:xfrm>
            <a:off x="1752829" y="641390"/>
            <a:ext cx="1210589" cy="400110"/>
          </a:xfrm>
          <a:prstGeom prst="rect">
            <a:avLst/>
          </a:prstGeom>
          <a:noFill/>
        </p:spPr>
        <p:txBody>
          <a:bodyPr wrap="none" rtlCol="0">
            <a:spAutoFit/>
          </a:bodyPr>
          <a:lstStyle/>
          <a:p>
            <a:pPr algn="ctr"/>
            <a:r>
              <a:rPr kumimoji="1"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メニュー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nvGrpSpPr>
          <p:cNvPr id="52" name="グループ化 51">
            <a:extLst>
              <a:ext uri="{FF2B5EF4-FFF2-40B4-BE49-F238E27FC236}">
                <a16:creationId xmlns:a16="http://schemas.microsoft.com/office/drawing/2014/main" id="{CC68EAD4-899E-B040-CA0B-A1FEB0B3B69D}"/>
              </a:ext>
            </a:extLst>
          </p:cNvPr>
          <p:cNvGrpSpPr/>
          <p:nvPr/>
        </p:nvGrpSpPr>
        <p:grpSpPr>
          <a:xfrm>
            <a:off x="4062697" y="1338943"/>
            <a:ext cx="4066606" cy="3678256"/>
            <a:chOff x="4062697" y="1228836"/>
            <a:chExt cx="4066606" cy="3678256"/>
          </a:xfrm>
        </p:grpSpPr>
        <p:grpSp>
          <p:nvGrpSpPr>
            <p:cNvPr id="45" name="グループ化 44">
              <a:extLst>
                <a:ext uri="{FF2B5EF4-FFF2-40B4-BE49-F238E27FC236}">
                  <a16:creationId xmlns:a16="http://schemas.microsoft.com/office/drawing/2014/main" id="{32E4F197-94EC-75DB-5B4B-8DCC31D1E367}"/>
                </a:ext>
              </a:extLst>
            </p:cNvPr>
            <p:cNvGrpSpPr/>
            <p:nvPr/>
          </p:nvGrpSpPr>
          <p:grpSpPr>
            <a:xfrm>
              <a:off x="4062697" y="1228836"/>
              <a:ext cx="4066606" cy="914400"/>
              <a:chOff x="3917035" y="1105498"/>
              <a:chExt cx="4066606" cy="914400"/>
            </a:xfrm>
          </p:grpSpPr>
          <p:sp>
            <p:nvSpPr>
              <p:cNvPr id="30" name="六角形 29">
                <a:extLst>
                  <a:ext uri="{FF2B5EF4-FFF2-40B4-BE49-F238E27FC236}">
                    <a16:creationId xmlns:a16="http://schemas.microsoft.com/office/drawing/2014/main" id="{7F025615-73BE-024F-A6AC-CFD63EF9997B}"/>
                  </a:ext>
                </a:extLst>
              </p:cNvPr>
              <p:cNvSpPr/>
              <p:nvPr/>
            </p:nvSpPr>
            <p:spPr>
              <a:xfrm>
                <a:off x="3917035" y="1105498"/>
                <a:ext cx="4066606" cy="914400"/>
              </a:xfrm>
              <a:prstGeom prst="hexagon">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ACA27C1F-A6CE-7BCF-E159-B1281C7952D9}"/>
                  </a:ext>
                </a:extLst>
              </p:cNvPr>
              <p:cNvSpPr txBox="1"/>
              <p:nvPr/>
            </p:nvSpPr>
            <p:spPr>
              <a:xfrm>
                <a:off x="5088564" y="1331866"/>
                <a:ext cx="1723549" cy="461665"/>
              </a:xfrm>
              <a:prstGeom prst="rect">
                <a:avLst/>
              </a:prstGeom>
              <a:noFill/>
            </p:spPr>
            <p:txBody>
              <a:bodyPr wrap="none" rtlCol="0">
                <a:spAutoFit/>
              </a:bodyPr>
              <a:lstStyle/>
              <a:p>
                <a:pPr algn="ct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ゲーム設定</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grpSp>
          <p:nvGrpSpPr>
            <p:cNvPr id="46" name="グループ化 45">
              <a:extLst>
                <a:ext uri="{FF2B5EF4-FFF2-40B4-BE49-F238E27FC236}">
                  <a16:creationId xmlns:a16="http://schemas.microsoft.com/office/drawing/2014/main" id="{8CC036BE-9D47-D57B-312A-8013C7F42388}"/>
                </a:ext>
              </a:extLst>
            </p:cNvPr>
            <p:cNvGrpSpPr/>
            <p:nvPr/>
          </p:nvGrpSpPr>
          <p:grpSpPr>
            <a:xfrm>
              <a:off x="4062697" y="2610764"/>
              <a:ext cx="4066606" cy="914400"/>
              <a:chOff x="3917035" y="1105498"/>
              <a:chExt cx="4066606" cy="914400"/>
            </a:xfrm>
          </p:grpSpPr>
          <p:sp>
            <p:nvSpPr>
              <p:cNvPr id="47" name="六角形 46">
                <a:extLst>
                  <a:ext uri="{FF2B5EF4-FFF2-40B4-BE49-F238E27FC236}">
                    <a16:creationId xmlns:a16="http://schemas.microsoft.com/office/drawing/2014/main" id="{48ED1703-6F9B-3D07-846C-E9DF127C5DB3}"/>
                  </a:ext>
                </a:extLst>
              </p:cNvPr>
              <p:cNvSpPr/>
              <p:nvPr/>
            </p:nvSpPr>
            <p:spPr>
              <a:xfrm>
                <a:off x="3917035" y="1105498"/>
                <a:ext cx="4066606" cy="914400"/>
              </a:xfrm>
              <a:prstGeom prst="hexagon">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6DC8108F-FABC-8559-6605-877291EE0C54}"/>
                  </a:ext>
                </a:extLst>
              </p:cNvPr>
              <p:cNvSpPr txBox="1"/>
              <p:nvPr/>
            </p:nvSpPr>
            <p:spPr>
              <a:xfrm>
                <a:off x="4780789" y="1331866"/>
                <a:ext cx="2339102" cy="461665"/>
              </a:xfrm>
              <a:prstGeom prst="rect">
                <a:avLst/>
              </a:prstGeom>
              <a:noFill/>
            </p:spPr>
            <p:txBody>
              <a:bodyPr wrap="none" rtlCol="0">
                <a:spAutoFit/>
              </a:bodyPr>
              <a:lstStyle/>
              <a:p>
                <a:pPr algn="ct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タイトルへ戻る</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grpSp>
          <p:nvGrpSpPr>
            <p:cNvPr id="49" name="グループ化 48">
              <a:extLst>
                <a:ext uri="{FF2B5EF4-FFF2-40B4-BE49-F238E27FC236}">
                  <a16:creationId xmlns:a16="http://schemas.microsoft.com/office/drawing/2014/main" id="{5980F8B0-8D84-C35D-0677-BF8749527ED9}"/>
                </a:ext>
              </a:extLst>
            </p:cNvPr>
            <p:cNvGrpSpPr/>
            <p:nvPr/>
          </p:nvGrpSpPr>
          <p:grpSpPr>
            <a:xfrm>
              <a:off x="4062697" y="3992692"/>
              <a:ext cx="4066606" cy="914400"/>
              <a:chOff x="3917035" y="1105498"/>
              <a:chExt cx="4066606" cy="914400"/>
            </a:xfrm>
          </p:grpSpPr>
          <p:sp>
            <p:nvSpPr>
              <p:cNvPr id="50" name="六角形 49">
                <a:extLst>
                  <a:ext uri="{FF2B5EF4-FFF2-40B4-BE49-F238E27FC236}">
                    <a16:creationId xmlns:a16="http://schemas.microsoft.com/office/drawing/2014/main" id="{6D75FB55-9802-B13E-F676-E6B96CA226A4}"/>
                  </a:ext>
                </a:extLst>
              </p:cNvPr>
              <p:cNvSpPr/>
              <p:nvPr/>
            </p:nvSpPr>
            <p:spPr>
              <a:xfrm>
                <a:off x="3917035" y="1105498"/>
                <a:ext cx="4066606" cy="914400"/>
              </a:xfrm>
              <a:prstGeom prst="hexagon">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C82CC895-F217-91A6-8217-9F1B3AF92F29}"/>
                  </a:ext>
                </a:extLst>
              </p:cNvPr>
              <p:cNvSpPr txBox="1"/>
              <p:nvPr/>
            </p:nvSpPr>
            <p:spPr>
              <a:xfrm>
                <a:off x="5242456" y="1331866"/>
                <a:ext cx="1415772" cy="461665"/>
              </a:xfrm>
              <a:prstGeom prst="rect">
                <a:avLst/>
              </a:prstGeom>
              <a:noFill/>
            </p:spPr>
            <p:txBody>
              <a:bodyPr wrap="none" rtlCol="0">
                <a:spAutoFit/>
              </a:bodyPr>
              <a:lstStyle/>
              <a:p>
                <a:pPr algn="ct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アイテム</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grpSp>
      <p:sp>
        <p:nvSpPr>
          <p:cNvPr id="12" name="四角形: 角を丸くする 11">
            <a:extLst>
              <a:ext uri="{FF2B5EF4-FFF2-40B4-BE49-F238E27FC236}">
                <a16:creationId xmlns:a16="http://schemas.microsoft.com/office/drawing/2014/main" id="{1F47F322-FC76-F948-0F0D-5A6558FD991F}"/>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14" name="四角形: 角を丸くする 13">
            <a:extLst>
              <a:ext uri="{FF2B5EF4-FFF2-40B4-BE49-F238E27FC236}">
                <a16:creationId xmlns:a16="http://schemas.microsoft.com/office/drawing/2014/main" id="{D70F81BC-F95D-EA49-4753-1FD3377C44F7}"/>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テキスト ボックス 15">
            <a:extLst>
              <a:ext uri="{FF2B5EF4-FFF2-40B4-BE49-F238E27FC236}">
                <a16:creationId xmlns:a16="http://schemas.microsoft.com/office/drawing/2014/main" id="{6D8DBCBD-CFE5-142B-1CB8-828B95159C74}"/>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8" name="テキスト ボックス 17">
            <a:extLst>
              <a:ext uri="{FF2B5EF4-FFF2-40B4-BE49-F238E27FC236}">
                <a16:creationId xmlns:a16="http://schemas.microsoft.com/office/drawing/2014/main" id="{43B1D6E2-02C0-E2DE-4EDB-5F8D086F12C2}"/>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0" name="テキスト ボックス 19">
            <a:extLst>
              <a:ext uri="{FF2B5EF4-FFF2-40B4-BE49-F238E27FC236}">
                <a16:creationId xmlns:a16="http://schemas.microsoft.com/office/drawing/2014/main" id="{2DE44BC2-D456-26EC-701A-F2C2F36121BE}"/>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2" name="テキスト ボックス 21">
            <a:extLst>
              <a:ext uri="{FF2B5EF4-FFF2-40B4-BE49-F238E27FC236}">
                <a16:creationId xmlns:a16="http://schemas.microsoft.com/office/drawing/2014/main" id="{5D17FF4F-4C09-1A40-AE01-EC54A90F8A56}"/>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9" name="テキスト ボックス 28">
            <a:extLst>
              <a:ext uri="{FF2B5EF4-FFF2-40B4-BE49-F238E27FC236}">
                <a16:creationId xmlns:a16="http://schemas.microsoft.com/office/drawing/2014/main" id="{1FAEF388-DAB1-9202-9BE9-9CF0F25EAB26}"/>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3" name="テキスト ボックス 32">
            <a:extLst>
              <a:ext uri="{FF2B5EF4-FFF2-40B4-BE49-F238E27FC236}">
                <a16:creationId xmlns:a16="http://schemas.microsoft.com/office/drawing/2014/main" id="{B1B2CAB8-F501-A969-59C1-77E260A0AEE1}"/>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Tree>
    <p:extLst>
      <p:ext uri="{BB962C8B-B14F-4D97-AF65-F5344CB8AC3E}">
        <p14:creationId xmlns:p14="http://schemas.microsoft.com/office/powerpoint/2010/main" val="1345333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11B6D31-F7CA-F271-A275-21F37A98F419}"/>
            </a:ext>
          </a:extLst>
        </p:cNvPr>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4DA53CC7-9561-4DED-7B22-E1CFB8D31DDD}"/>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4F15CB88-DE92-F9BB-1CDF-C30C03A7E7DD}"/>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70C032AD-4732-90AC-7406-DB0F88761ADD}"/>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EA3E77DC-6EF2-7675-3533-0678ED5B2A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96C2C983-3F79-66A9-8C3D-47FCDBC4089B}"/>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9DA095B2-427A-7356-33AC-A59B976C7E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7A7A6021-F348-1B3E-24EB-CD297CFE10DA}"/>
              </a:ext>
            </a:extLst>
          </p:cNvPr>
          <p:cNvSpPr txBox="1"/>
          <p:nvPr/>
        </p:nvSpPr>
        <p:spPr>
          <a:xfrm>
            <a:off x="1752829" y="641390"/>
            <a:ext cx="1210589" cy="400110"/>
          </a:xfrm>
          <a:prstGeom prst="rect">
            <a:avLst/>
          </a:prstGeom>
          <a:noFill/>
        </p:spPr>
        <p:txBody>
          <a:bodyPr wrap="none" rtlCol="0">
            <a:spAutoFit/>
          </a:bodyPr>
          <a:lstStyle/>
          <a:p>
            <a:pPr algn="ctr"/>
            <a:r>
              <a:rPr kumimoji="1"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メニュー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nvGrpSpPr>
          <p:cNvPr id="52" name="グループ化 51">
            <a:extLst>
              <a:ext uri="{FF2B5EF4-FFF2-40B4-BE49-F238E27FC236}">
                <a16:creationId xmlns:a16="http://schemas.microsoft.com/office/drawing/2014/main" id="{44E64DAF-E7BC-DA45-C5C2-3495C1F28BD2}"/>
              </a:ext>
            </a:extLst>
          </p:cNvPr>
          <p:cNvGrpSpPr/>
          <p:nvPr/>
        </p:nvGrpSpPr>
        <p:grpSpPr>
          <a:xfrm>
            <a:off x="4062697" y="1338943"/>
            <a:ext cx="4066606" cy="3678256"/>
            <a:chOff x="4062697" y="1228836"/>
            <a:chExt cx="4066606" cy="3678256"/>
          </a:xfrm>
        </p:grpSpPr>
        <p:grpSp>
          <p:nvGrpSpPr>
            <p:cNvPr id="45" name="グループ化 44">
              <a:extLst>
                <a:ext uri="{FF2B5EF4-FFF2-40B4-BE49-F238E27FC236}">
                  <a16:creationId xmlns:a16="http://schemas.microsoft.com/office/drawing/2014/main" id="{A7B57E71-216E-F314-1BD8-1BFA48B902B5}"/>
                </a:ext>
              </a:extLst>
            </p:cNvPr>
            <p:cNvGrpSpPr/>
            <p:nvPr/>
          </p:nvGrpSpPr>
          <p:grpSpPr>
            <a:xfrm>
              <a:off x="4062697" y="1228836"/>
              <a:ext cx="4066606" cy="914400"/>
              <a:chOff x="3917035" y="1105498"/>
              <a:chExt cx="4066606" cy="914400"/>
            </a:xfrm>
          </p:grpSpPr>
          <p:sp>
            <p:nvSpPr>
              <p:cNvPr id="30" name="六角形 29">
                <a:extLst>
                  <a:ext uri="{FF2B5EF4-FFF2-40B4-BE49-F238E27FC236}">
                    <a16:creationId xmlns:a16="http://schemas.microsoft.com/office/drawing/2014/main" id="{3F85CB81-FFBF-6CD8-8C70-DDF9CFC1C120}"/>
                  </a:ext>
                </a:extLst>
              </p:cNvPr>
              <p:cNvSpPr/>
              <p:nvPr/>
            </p:nvSpPr>
            <p:spPr>
              <a:xfrm>
                <a:off x="3917035" y="1105498"/>
                <a:ext cx="4066606" cy="914400"/>
              </a:xfrm>
              <a:prstGeom prst="hexagon">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3080A6E5-DD1F-3CB1-D655-C7763E01368F}"/>
                  </a:ext>
                </a:extLst>
              </p:cNvPr>
              <p:cNvSpPr txBox="1"/>
              <p:nvPr/>
            </p:nvSpPr>
            <p:spPr>
              <a:xfrm>
                <a:off x="5088564" y="1331866"/>
                <a:ext cx="1723549" cy="461665"/>
              </a:xfrm>
              <a:prstGeom prst="rect">
                <a:avLst/>
              </a:prstGeom>
              <a:noFill/>
            </p:spPr>
            <p:txBody>
              <a:bodyPr wrap="none" rtlCol="0">
                <a:spAutoFit/>
              </a:bodyPr>
              <a:lstStyle/>
              <a:p>
                <a:pPr algn="ct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ゲーム設定</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grpSp>
          <p:nvGrpSpPr>
            <p:cNvPr id="46" name="グループ化 45">
              <a:extLst>
                <a:ext uri="{FF2B5EF4-FFF2-40B4-BE49-F238E27FC236}">
                  <a16:creationId xmlns:a16="http://schemas.microsoft.com/office/drawing/2014/main" id="{F81298A3-1DFB-A07A-11B7-0541929DEF25}"/>
                </a:ext>
              </a:extLst>
            </p:cNvPr>
            <p:cNvGrpSpPr/>
            <p:nvPr/>
          </p:nvGrpSpPr>
          <p:grpSpPr>
            <a:xfrm>
              <a:off x="4062697" y="2610764"/>
              <a:ext cx="4066606" cy="914400"/>
              <a:chOff x="3917035" y="1105498"/>
              <a:chExt cx="4066606" cy="914400"/>
            </a:xfrm>
          </p:grpSpPr>
          <p:sp>
            <p:nvSpPr>
              <p:cNvPr id="47" name="六角形 46">
                <a:extLst>
                  <a:ext uri="{FF2B5EF4-FFF2-40B4-BE49-F238E27FC236}">
                    <a16:creationId xmlns:a16="http://schemas.microsoft.com/office/drawing/2014/main" id="{99758393-C733-64D2-AA2B-6CADE6EE1FA9}"/>
                  </a:ext>
                </a:extLst>
              </p:cNvPr>
              <p:cNvSpPr/>
              <p:nvPr/>
            </p:nvSpPr>
            <p:spPr>
              <a:xfrm>
                <a:off x="3917035" y="1105498"/>
                <a:ext cx="4066606" cy="914400"/>
              </a:xfrm>
              <a:prstGeom prst="hexagon">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9FEB541E-52B3-F1D0-2178-242C45B66F6B}"/>
                  </a:ext>
                </a:extLst>
              </p:cNvPr>
              <p:cNvSpPr txBox="1"/>
              <p:nvPr/>
            </p:nvSpPr>
            <p:spPr>
              <a:xfrm>
                <a:off x="4780789" y="1331866"/>
                <a:ext cx="2339102" cy="461665"/>
              </a:xfrm>
              <a:prstGeom prst="rect">
                <a:avLst/>
              </a:prstGeom>
              <a:noFill/>
            </p:spPr>
            <p:txBody>
              <a:bodyPr wrap="none" rtlCol="0">
                <a:spAutoFit/>
              </a:bodyPr>
              <a:lstStyle/>
              <a:p>
                <a:pPr algn="ct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タイトルへ戻る</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grpSp>
          <p:nvGrpSpPr>
            <p:cNvPr id="49" name="グループ化 48">
              <a:extLst>
                <a:ext uri="{FF2B5EF4-FFF2-40B4-BE49-F238E27FC236}">
                  <a16:creationId xmlns:a16="http://schemas.microsoft.com/office/drawing/2014/main" id="{61B3CE20-2E5B-33EF-5E34-4FB1C580AA07}"/>
                </a:ext>
              </a:extLst>
            </p:cNvPr>
            <p:cNvGrpSpPr/>
            <p:nvPr/>
          </p:nvGrpSpPr>
          <p:grpSpPr>
            <a:xfrm>
              <a:off x="4062697" y="3992692"/>
              <a:ext cx="4066606" cy="914400"/>
              <a:chOff x="3917035" y="1105498"/>
              <a:chExt cx="4066606" cy="914400"/>
            </a:xfrm>
          </p:grpSpPr>
          <p:sp>
            <p:nvSpPr>
              <p:cNvPr id="50" name="六角形 49">
                <a:extLst>
                  <a:ext uri="{FF2B5EF4-FFF2-40B4-BE49-F238E27FC236}">
                    <a16:creationId xmlns:a16="http://schemas.microsoft.com/office/drawing/2014/main" id="{6E29FB2A-1C43-BAAF-5E6F-FB47A7CDEE8E}"/>
                  </a:ext>
                </a:extLst>
              </p:cNvPr>
              <p:cNvSpPr/>
              <p:nvPr/>
            </p:nvSpPr>
            <p:spPr>
              <a:xfrm>
                <a:off x="3917035" y="1105498"/>
                <a:ext cx="4066606" cy="914400"/>
              </a:xfrm>
              <a:prstGeom prst="hexagon">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981CDBA4-BE7F-EE17-5F1E-76617522C5E8}"/>
                  </a:ext>
                </a:extLst>
              </p:cNvPr>
              <p:cNvSpPr txBox="1"/>
              <p:nvPr/>
            </p:nvSpPr>
            <p:spPr>
              <a:xfrm>
                <a:off x="5242456" y="1331866"/>
                <a:ext cx="1415772" cy="461665"/>
              </a:xfrm>
              <a:prstGeom prst="rect">
                <a:avLst/>
              </a:prstGeom>
              <a:noFill/>
            </p:spPr>
            <p:txBody>
              <a:bodyPr wrap="none" rtlCol="0">
                <a:spAutoFit/>
              </a:bodyPr>
              <a:lstStyle/>
              <a:p>
                <a:pPr algn="ct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アイテム</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grpSp>
      <p:sp>
        <p:nvSpPr>
          <p:cNvPr id="12" name="四角形: 角を丸くする 11">
            <a:extLst>
              <a:ext uri="{FF2B5EF4-FFF2-40B4-BE49-F238E27FC236}">
                <a16:creationId xmlns:a16="http://schemas.microsoft.com/office/drawing/2014/main" id="{825C314D-C94D-8CC6-0659-74EBCC41F29D}"/>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14" name="四角形: 角を丸くする 13">
            <a:extLst>
              <a:ext uri="{FF2B5EF4-FFF2-40B4-BE49-F238E27FC236}">
                <a16:creationId xmlns:a16="http://schemas.microsoft.com/office/drawing/2014/main" id="{8F4E5E0D-B10D-8C49-9FDF-9941C76C4C18}"/>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テキスト ボックス 15">
            <a:extLst>
              <a:ext uri="{FF2B5EF4-FFF2-40B4-BE49-F238E27FC236}">
                <a16:creationId xmlns:a16="http://schemas.microsoft.com/office/drawing/2014/main" id="{8B0DF345-A4EC-34C7-D2A0-03F9C14CDF57}"/>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8" name="テキスト ボックス 17">
            <a:extLst>
              <a:ext uri="{FF2B5EF4-FFF2-40B4-BE49-F238E27FC236}">
                <a16:creationId xmlns:a16="http://schemas.microsoft.com/office/drawing/2014/main" id="{00C39D15-59CB-6510-A507-58639DD57F74}"/>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0" name="テキスト ボックス 19">
            <a:extLst>
              <a:ext uri="{FF2B5EF4-FFF2-40B4-BE49-F238E27FC236}">
                <a16:creationId xmlns:a16="http://schemas.microsoft.com/office/drawing/2014/main" id="{AA85CDBA-A27F-2E11-259D-637337BF1D74}"/>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2" name="テキスト ボックス 21">
            <a:extLst>
              <a:ext uri="{FF2B5EF4-FFF2-40B4-BE49-F238E27FC236}">
                <a16:creationId xmlns:a16="http://schemas.microsoft.com/office/drawing/2014/main" id="{B310FDB4-CA04-C67D-6F75-F3A90FAADBD9}"/>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9" name="テキスト ボックス 28">
            <a:extLst>
              <a:ext uri="{FF2B5EF4-FFF2-40B4-BE49-F238E27FC236}">
                <a16:creationId xmlns:a16="http://schemas.microsoft.com/office/drawing/2014/main" id="{E101A81C-4E04-ADEC-FD9A-F611932231C7}"/>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3" name="テキスト ボックス 32">
            <a:extLst>
              <a:ext uri="{FF2B5EF4-FFF2-40B4-BE49-F238E27FC236}">
                <a16:creationId xmlns:a16="http://schemas.microsoft.com/office/drawing/2014/main" id="{84E75554-6AB6-B107-9A90-514F9BFBF591}"/>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Tree>
    <p:extLst>
      <p:ext uri="{BB962C8B-B14F-4D97-AF65-F5344CB8AC3E}">
        <p14:creationId xmlns:p14="http://schemas.microsoft.com/office/powerpoint/2010/main" val="3105991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04CA615-91B7-A5EE-9295-D38CDF081A1F}"/>
            </a:ext>
          </a:extLst>
        </p:cNvPr>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1D8A0A48-C691-E463-2FF0-826D69EEDA30}"/>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5F735341-1D85-FC98-36AF-A8E3A82125FA}"/>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0F01CC76-CE43-B405-EE4E-263888E16B5F}"/>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B637679E-4CED-5B1D-A81A-4AF02328C3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FE06D229-91AC-C900-8EA1-4B28C61D89A3}"/>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68081632-396E-E363-0FF7-DC2250BB79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088BF699-CBB5-5AC4-BB37-5BDDCEBA1480}"/>
              </a:ext>
            </a:extLst>
          </p:cNvPr>
          <p:cNvSpPr txBox="1"/>
          <p:nvPr/>
        </p:nvSpPr>
        <p:spPr>
          <a:xfrm>
            <a:off x="1624591" y="641390"/>
            <a:ext cx="1467068" cy="400110"/>
          </a:xfrm>
          <a:prstGeom prst="rect">
            <a:avLst/>
          </a:prstGeom>
          <a:noFill/>
        </p:spPr>
        <p:txBody>
          <a:bodyPr wrap="none" rtlCol="0">
            <a:spAutoFit/>
          </a:bodyPr>
          <a:lstStyle/>
          <a:p>
            <a:pPr algn="ctr"/>
            <a:r>
              <a:rPr kumimoji="1"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ゲーム設定</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5" name="四角形: 角を丸くする 54">
            <a:extLst>
              <a:ext uri="{FF2B5EF4-FFF2-40B4-BE49-F238E27FC236}">
                <a16:creationId xmlns:a16="http://schemas.microsoft.com/office/drawing/2014/main" id="{F529C84A-3D80-0EF2-141C-47BFCDB06AEF}"/>
              </a:ext>
            </a:extLst>
          </p:cNvPr>
          <p:cNvSpPr/>
          <p:nvPr/>
        </p:nvSpPr>
        <p:spPr>
          <a:xfrm>
            <a:off x="1698342" y="1342769"/>
            <a:ext cx="8795316" cy="4056319"/>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57" name="四角形: 角を丸くする 56">
            <a:extLst>
              <a:ext uri="{FF2B5EF4-FFF2-40B4-BE49-F238E27FC236}">
                <a16:creationId xmlns:a16="http://schemas.microsoft.com/office/drawing/2014/main" id="{81107EAE-040C-0E2A-581A-95BDC089126E}"/>
              </a:ext>
            </a:extLst>
          </p:cNvPr>
          <p:cNvSpPr/>
          <p:nvPr/>
        </p:nvSpPr>
        <p:spPr>
          <a:xfrm>
            <a:off x="6352916" y="4531914"/>
            <a:ext cx="2336019" cy="625904"/>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latin typeface="和音 Joyo R" panose="00000500000000000000" pitchFamily="50" charset="-128"/>
                <a:ea typeface="和音 Joyo R" panose="00000500000000000000" pitchFamily="50" charset="-128"/>
              </a:rPr>
              <a:t>OK</a:t>
            </a:r>
            <a:endParaRPr kumimoji="1" lang="ja-JP" altLang="en-US" sz="2000" dirty="0">
              <a:latin typeface="和音 Joyo R" panose="00000500000000000000" pitchFamily="50" charset="-128"/>
              <a:ea typeface="和音 Joyo R" panose="00000500000000000000" pitchFamily="50" charset="-128"/>
            </a:endParaRPr>
          </a:p>
        </p:txBody>
      </p:sp>
      <p:sp>
        <p:nvSpPr>
          <p:cNvPr id="59" name="四角形: 角を丸くする 58">
            <a:extLst>
              <a:ext uri="{FF2B5EF4-FFF2-40B4-BE49-F238E27FC236}">
                <a16:creationId xmlns:a16="http://schemas.microsoft.com/office/drawing/2014/main" id="{A0FED5FC-1DA3-E386-80C7-792157008226}"/>
              </a:ext>
            </a:extLst>
          </p:cNvPr>
          <p:cNvSpPr/>
          <p:nvPr/>
        </p:nvSpPr>
        <p:spPr>
          <a:xfrm>
            <a:off x="3520077" y="4531914"/>
            <a:ext cx="2336019" cy="625904"/>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atin typeface="和音 Joyo R" panose="00000500000000000000" pitchFamily="50" charset="-128"/>
                <a:ea typeface="和音 Joyo R" panose="00000500000000000000" pitchFamily="50" charset="-128"/>
              </a:rPr>
              <a:t>デフォルトに戻す</a:t>
            </a:r>
          </a:p>
        </p:txBody>
      </p:sp>
      <p:sp>
        <p:nvSpPr>
          <p:cNvPr id="60" name="テキスト ボックス 59">
            <a:extLst>
              <a:ext uri="{FF2B5EF4-FFF2-40B4-BE49-F238E27FC236}">
                <a16:creationId xmlns:a16="http://schemas.microsoft.com/office/drawing/2014/main" id="{19C7FF16-EB7F-D7B2-2C25-51BE31273286}"/>
              </a:ext>
            </a:extLst>
          </p:cNvPr>
          <p:cNvSpPr txBox="1"/>
          <p:nvPr/>
        </p:nvSpPr>
        <p:spPr>
          <a:xfrm>
            <a:off x="5214188" y="1469349"/>
            <a:ext cx="1763624" cy="461665"/>
          </a:xfrm>
          <a:prstGeom prst="rect">
            <a:avLst/>
          </a:prstGeom>
          <a:noFill/>
        </p:spPr>
        <p:txBody>
          <a:bodyPr wrap="none" rtlCol="0">
            <a:spAutoFit/>
          </a:bodyPr>
          <a:lstStyle/>
          <a:p>
            <a:pPr algn="ctr"/>
            <a:r>
              <a:rPr lang="ja-JP" altLang="en-US" sz="2400" b="1">
                <a:solidFill>
                  <a:srgbClr val="FF00FF"/>
                </a:solidFill>
                <a:latin typeface="和音 Joyo R" panose="00000500000000000000" pitchFamily="50" charset="-128"/>
                <a:ea typeface="和音 Joyo R" panose="00000500000000000000" pitchFamily="50" charset="-128"/>
              </a:rPr>
              <a:t>バトル</a:t>
            </a:r>
            <a:r>
              <a:rPr kumimoji="1" lang="ja-JP" altLang="en-US" sz="2400" b="1">
                <a:solidFill>
                  <a:srgbClr val="FF00FF"/>
                </a:solidFill>
                <a:latin typeface="和音 Joyo R" panose="00000500000000000000" pitchFamily="50" charset="-128"/>
                <a:ea typeface="和音 Joyo R" panose="00000500000000000000" pitchFamily="50" charset="-128"/>
              </a:rPr>
              <a:t>設定</a:t>
            </a:r>
            <a:endParaRPr kumimoji="1" lang="ja-JP" altLang="en-US" sz="3200" b="1" dirty="0">
              <a:solidFill>
                <a:srgbClr val="FF00FF"/>
              </a:solidFill>
              <a:latin typeface="和音 Joyo R" panose="00000500000000000000" pitchFamily="50" charset="-128"/>
              <a:ea typeface="和音 Joyo R" panose="00000500000000000000" pitchFamily="50" charset="-128"/>
            </a:endParaRPr>
          </a:p>
        </p:txBody>
      </p:sp>
      <p:cxnSp>
        <p:nvCxnSpPr>
          <p:cNvPr id="61" name="直線コネクタ 60">
            <a:extLst>
              <a:ext uri="{FF2B5EF4-FFF2-40B4-BE49-F238E27FC236}">
                <a16:creationId xmlns:a16="http://schemas.microsoft.com/office/drawing/2014/main" id="{4E192F58-0F95-CF06-1727-AC889BDA880E}"/>
              </a:ext>
            </a:extLst>
          </p:cNvPr>
          <p:cNvCxnSpPr>
            <a:cxnSpLocks/>
          </p:cNvCxnSpPr>
          <p:nvPr/>
        </p:nvCxnSpPr>
        <p:spPr>
          <a:xfrm>
            <a:off x="4363451" y="1967086"/>
            <a:ext cx="3465100" cy="0"/>
          </a:xfrm>
          <a:prstGeom prst="line">
            <a:avLst/>
          </a:prstGeom>
          <a:ln>
            <a:solidFill>
              <a:srgbClr val="FF00FF"/>
            </a:solidFill>
            <a:headEnd type="stealth"/>
            <a:tailEnd type="stealth"/>
          </a:ln>
        </p:spPr>
        <p:style>
          <a:lnRef idx="2">
            <a:schemeClr val="accent1"/>
          </a:lnRef>
          <a:fillRef idx="0">
            <a:schemeClr val="accent1"/>
          </a:fillRef>
          <a:effectRef idx="1">
            <a:schemeClr val="accent1"/>
          </a:effectRef>
          <a:fontRef idx="minor">
            <a:schemeClr val="tx1"/>
          </a:fontRef>
        </p:style>
      </p:cxnSp>
      <p:sp>
        <p:nvSpPr>
          <p:cNvPr id="62" name="二等辺三角形 61">
            <a:extLst>
              <a:ext uri="{FF2B5EF4-FFF2-40B4-BE49-F238E27FC236}">
                <a16:creationId xmlns:a16="http://schemas.microsoft.com/office/drawing/2014/main" id="{1EED5F6C-5085-99C3-7F17-DFFAAD0C78BC}"/>
              </a:ext>
            </a:extLst>
          </p:cNvPr>
          <p:cNvSpPr/>
          <p:nvPr/>
        </p:nvSpPr>
        <p:spPr>
          <a:xfrm rot="16200000">
            <a:off x="1979298" y="3113738"/>
            <a:ext cx="953935" cy="514380"/>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二等辺三角形 63">
            <a:extLst>
              <a:ext uri="{FF2B5EF4-FFF2-40B4-BE49-F238E27FC236}">
                <a16:creationId xmlns:a16="http://schemas.microsoft.com/office/drawing/2014/main" id="{CFC309A1-3028-D403-DB93-F5E9E8A02EFD}"/>
              </a:ext>
            </a:extLst>
          </p:cNvPr>
          <p:cNvSpPr/>
          <p:nvPr/>
        </p:nvSpPr>
        <p:spPr>
          <a:xfrm rot="5400000" flipH="1">
            <a:off x="9258768" y="3113738"/>
            <a:ext cx="953935" cy="514380"/>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テキスト ボックス 65">
            <a:extLst>
              <a:ext uri="{FF2B5EF4-FFF2-40B4-BE49-F238E27FC236}">
                <a16:creationId xmlns:a16="http://schemas.microsoft.com/office/drawing/2014/main" id="{3CE49C52-C52A-AAB5-8007-8AAC592633DB}"/>
              </a:ext>
            </a:extLst>
          </p:cNvPr>
          <p:cNvSpPr txBox="1"/>
          <p:nvPr/>
        </p:nvSpPr>
        <p:spPr>
          <a:xfrm>
            <a:off x="4454661" y="3013501"/>
            <a:ext cx="3342582" cy="830997"/>
          </a:xfrm>
          <a:prstGeom prst="rect">
            <a:avLst/>
          </a:prstGeom>
          <a:noFill/>
        </p:spPr>
        <p:txBody>
          <a:bodyPr wrap="none" rtlCol="0">
            <a:spAutoFit/>
          </a:bodyPr>
          <a:lstStyle/>
          <a:p>
            <a:pPr algn="ctr"/>
            <a:r>
              <a:rPr lang="ja-JP" altLang="en-US" sz="2400" b="1">
                <a:solidFill>
                  <a:srgbClr val="FF00FF"/>
                </a:solidFill>
                <a:latin typeface="和音 Joyo R" panose="00000500000000000000" pitchFamily="50" charset="-128"/>
                <a:ea typeface="和音 Joyo R" panose="00000500000000000000" pitchFamily="50" charset="-128"/>
              </a:rPr>
              <a:t>バトル</a:t>
            </a:r>
            <a:r>
              <a:rPr kumimoji="1" lang="ja-JP" altLang="en-US" sz="2400" b="1">
                <a:solidFill>
                  <a:srgbClr val="FF00FF"/>
                </a:solidFill>
                <a:latin typeface="和音 Joyo R" panose="00000500000000000000" pitchFamily="50" charset="-128"/>
                <a:ea typeface="和音 Joyo R" panose="00000500000000000000" pitchFamily="50" charset="-128"/>
              </a:rPr>
              <a:t>設定項目を列挙</a:t>
            </a:r>
            <a:br>
              <a:rPr kumimoji="1" lang="en-US" altLang="ja-JP" sz="2400" b="1">
                <a:solidFill>
                  <a:srgbClr val="FF00FF"/>
                </a:solidFill>
                <a:latin typeface="和音 Joyo R" panose="00000500000000000000" pitchFamily="50" charset="-128"/>
                <a:ea typeface="和音 Joyo R" panose="00000500000000000000" pitchFamily="50" charset="-128"/>
              </a:rPr>
            </a:br>
            <a:r>
              <a:rPr kumimoji="1" lang="en-US" altLang="ja-JP" sz="2400" b="1">
                <a:solidFill>
                  <a:srgbClr val="FF00FF"/>
                </a:solidFill>
                <a:latin typeface="和音 Joyo R" panose="00000500000000000000" pitchFamily="50" charset="-128"/>
                <a:ea typeface="和音 Joyo R" panose="00000500000000000000" pitchFamily="50" charset="-128"/>
              </a:rPr>
              <a:t>(</a:t>
            </a:r>
            <a:r>
              <a:rPr kumimoji="1" lang="ja-JP" altLang="en-US" sz="2400" b="1">
                <a:solidFill>
                  <a:srgbClr val="FF00FF"/>
                </a:solidFill>
                <a:latin typeface="和音 Joyo R" panose="00000500000000000000" pitchFamily="50" charset="-128"/>
                <a:ea typeface="和音 Joyo R" panose="00000500000000000000" pitchFamily="50" charset="-128"/>
              </a:rPr>
              <a:t>ここでは割愛</a:t>
            </a:r>
            <a:r>
              <a:rPr kumimoji="1" lang="en-US" altLang="ja-JP" sz="2400" b="1">
                <a:solidFill>
                  <a:srgbClr val="FF00FF"/>
                </a:solidFill>
                <a:latin typeface="和音 Joyo R" panose="00000500000000000000" pitchFamily="50" charset="-128"/>
                <a:ea typeface="和音 Joyo R" panose="00000500000000000000" pitchFamily="50" charset="-128"/>
              </a:rPr>
              <a:t>)</a:t>
            </a:r>
            <a:endParaRPr kumimoji="1" lang="ja-JP" altLang="en-US" sz="3200" b="1" dirty="0">
              <a:solidFill>
                <a:srgbClr val="FF00FF"/>
              </a:solidFill>
              <a:latin typeface="和音 Joyo R" panose="00000500000000000000" pitchFamily="50" charset="-128"/>
              <a:ea typeface="和音 Joyo R" panose="00000500000000000000" pitchFamily="50" charset="-128"/>
            </a:endParaRPr>
          </a:p>
        </p:txBody>
      </p:sp>
      <p:sp>
        <p:nvSpPr>
          <p:cNvPr id="3" name="四角形: 角を丸くする 2">
            <a:extLst>
              <a:ext uri="{FF2B5EF4-FFF2-40B4-BE49-F238E27FC236}">
                <a16:creationId xmlns:a16="http://schemas.microsoft.com/office/drawing/2014/main" id="{62837EBA-7C79-C7F4-A921-C1E7020B87F1}"/>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5" name="四角形: 角を丸くする 4">
            <a:extLst>
              <a:ext uri="{FF2B5EF4-FFF2-40B4-BE49-F238E27FC236}">
                <a16:creationId xmlns:a16="http://schemas.microsoft.com/office/drawing/2014/main" id="{E49FBC39-FFD9-F029-53FF-05B8EFF7DECB}"/>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E47225A1-82C9-272B-0DBD-1D8C73862D40}"/>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9" name="テキスト ボックス 8">
            <a:extLst>
              <a:ext uri="{FF2B5EF4-FFF2-40B4-BE49-F238E27FC236}">
                <a16:creationId xmlns:a16="http://schemas.microsoft.com/office/drawing/2014/main" id="{CE013149-CCA6-9555-921C-D34B2EC7A357}"/>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1" name="テキスト ボックス 10">
            <a:extLst>
              <a:ext uri="{FF2B5EF4-FFF2-40B4-BE49-F238E27FC236}">
                <a16:creationId xmlns:a16="http://schemas.microsoft.com/office/drawing/2014/main" id="{1C7335AA-BE07-301E-CA39-B202EFF4DD8C}"/>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3" name="テキスト ボックス 12">
            <a:extLst>
              <a:ext uri="{FF2B5EF4-FFF2-40B4-BE49-F238E27FC236}">
                <a16:creationId xmlns:a16="http://schemas.microsoft.com/office/drawing/2014/main" id="{BBC4A3AE-B16D-1603-8CAD-03D71566A2B7}"/>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9" name="テキスト ボックス 28">
            <a:extLst>
              <a:ext uri="{FF2B5EF4-FFF2-40B4-BE49-F238E27FC236}">
                <a16:creationId xmlns:a16="http://schemas.microsoft.com/office/drawing/2014/main" id="{DCA2F670-6A3E-8F8F-D8EE-2A0BBA40852C}"/>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1" name="テキスト ボックス 30">
            <a:extLst>
              <a:ext uri="{FF2B5EF4-FFF2-40B4-BE49-F238E27FC236}">
                <a16:creationId xmlns:a16="http://schemas.microsoft.com/office/drawing/2014/main" id="{26AA8C9F-25DD-1A70-99A1-A5846C30B6DA}"/>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Tree>
    <p:extLst>
      <p:ext uri="{BB962C8B-B14F-4D97-AF65-F5344CB8AC3E}">
        <p14:creationId xmlns:p14="http://schemas.microsoft.com/office/powerpoint/2010/main" val="175464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D622095-5FF7-EAAA-28AD-73D1E758AEE0}"/>
            </a:ext>
          </a:extLst>
        </p:cNvPr>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E39B2C42-5AA2-8959-B4E4-B604913EFB27}"/>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0FDDF0C6-36FC-7A8E-CCF1-863BA6995455}"/>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74F5FA65-11F5-FA32-3088-126809E29E84}"/>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3EF6E20A-E429-60E7-EA49-B9246B8463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82B714FB-FC4F-61D2-C082-4DD2019FAA0F}"/>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1319529D-8908-C7EB-8B5F-D16408729C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A8244F95-D41E-FE7A-EC1B-F25A3E8E3090}"/>
              </a:ext>
            </a:extLst>
          </p:cNvPr>
          <p:cNvSpPr txBox="1"/>
          <p:nvPr/>
        </p:nvSpPr>
        <p:spPr>
          <a:xfrm>
            <a:off x="1624591" y="641390"/>
            <a:ext cx="1467068" cy="400110"/>
          </a:xfrm>
          <a:prstGeom prst="rect">
            <a:avLst/>
          </a:prstGeom>
          <a:noFill/>
        </p:spPr>
        <p:txBody>
          <a:bodyPr wrap="none" rtlCol="0">
            <a:spAutoFit/>
          </a:bodyPr>
          <a:lstStyle/>
          <a:p>
            <a:pPr algn="ctr"/>
            <a:r>
              <a:rPr kumimoji="1"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ゲーム設定</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5" name="四角形: 角を丸くする 54">
            <a:extLst>
              <a:ext uri="{FF2B5EF4-FFF2-40B4-BE49-F238E27FC236}">
                <a16:creationId xmlns:a16="http://schemas.microsoft.com/office/drawing/2014/main" id="{8BBF9A70-FA9B-8388-DCAD-68A6584CCADE}"/>
              </a:ext>
            </a:extLst>
          </p:cNvPr>
          <p:cNvSpPr/>
          <p:nvPr/>
        </p:nvSpPr>
        <p:spPr>
          <a:xfrm>
            <a:off x="1698342" y="1342769"/>
            <a:ext cx="8795316" cy="4056319"/>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57" name="四角形: 角を丸くする 56">
            <a:extLst>
              <a:ext uri="{FF2B5EF4-FFF2-40B4-BE49-F238E27FC236}">
                <a16:creationId xmlns:a16="http://schemas.microsoft.com/office/drawing/2014/main" id="{DE9ED7D4-878F-3FA7-BCA2-0EC0AE25CEB9}"/>
              </a:ext>
            </a:extLst>
          </p:cNvPr>
          <p:cNvSpPr/>
          <p:nvPr/>
        </p:nvSpPr>
        <p:spPr>
          <a:xfrm>
            <a:off x="6352916" y="4531914"/>
            <a:ext cx="2336019" cy="625904"/>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latin typeface="和音 Joyo R" panose="00000500000000000000" pitchFamily="50" charset="-128"/>
                <a:ea typeface="和音 Joyo R" panose="00000500000000000000" pitchFamily="50" charset="-128"/>
              </a:rPr>
              <a:t>OK</a:t>
            </a:r>
            <a:endParaRPr kumimoji="1" lang="ja-JP" altLang="en-US" sz="2000" dirty="0">
              <a:latin typeface="和音 Joyo R" panose="00000500000000000000" pitchFamily="50" charset="-128"/>
              <a:ea typeface="和音 Joyo R" panose="00000500000000000000" pitchFamily="50" charset="-128"/>
            </a:endParaRPr>
          </a:p>
        </p:txBody>
      </p:sp>
      <p:sp>
        <p:nvSpPr>
          <p:cNvPr id="59" name="四角形: 角を丸くする 58">
            <a:extLst>
              <a:ext uri="{FF2B5EF4-FFF2-40B4-BE49-F238E27FC236}">
                <a16:creationId xmlns:a16="http://schemas.microsoft.com/office/drawing/2014/main" id="{A6180682-93A3-F4B5-9AF5-C7BE44FD0F5C}"/>
              </a:ext>
            </a:extLst>
          </p:cNvPr>
          <p:cNvSpPr/>
          <p:nvPr/>
        </p:nvSpPr>
        <p:spPr>
          <a:xfrm>
            <a:off x="3520077" y="4531914"/>
            <a:ext cx="2336019" cy="625904"/>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atin typeface="和音 Joyo R" panose="00000500000000000000" pitchFamily="50" charset="-128"/>
                <a:ea typeface="和音 Joyo R" panose="00000500000000000000" pitchFamily="50" charset="-128"/>
              </a:rPr>
              <a:t>デフォルトに戻す</a:t>
            </a:r>
          </a:p>
        </p:txBody>
      </p:sp>
      <p:sp>
        <p:nvSpPr>
          <p:cNvPr id="60" name="テキスト ボックス 59">
            <a:extLst>
              <a:ext uri="{FF2B5EF4-FFF2-40B4-BE49-F238E27FC236}">
                <a16:creationId xmlns:a16="http://schemas.microsoft.com/office/drawing/2014/main" id="{355EBB08-A4E2-432C-53A6-A0DA2E60FDA5}"/>
              </a:ext>
            </a:extLst>
          </p:cNvPr>
          <p:cNvSpPr txBox="1"/>
          <p:nvPr/>
        </p:nvSpPr>
        <p:spPr>
          <a:xfrm>
            <a:off x="4925648" y="1469349"/>
            <a:ext cx="2340704" cy="461665"/>
          </a:xfrm>
          <a:prstGeom prst="rect">
            <a:avLst/>
          </a:prstGeom>
          <a:noFill/>
        </p:spPr>
        <p:txBody>
          <a:bodyPr wrap="none" rtlCol="0">
            <a:spAutoFit/>
          </a:bodyPr>
          <a:lstStyle/>
          <a:p>
            <a:pPr algn="ctr"/>
            <a:r>
              <a:rPr lang="ja-JP" altLang="en-US" sz="2400" b="1">
                <a:solidFill>
                  <a:srgbClr val="FF00FF"/>
                </a:solidFill>
                <a:latin typeface="和音 Joyo R" panose="00000500000000000000" pitchFamily="50" charset="-128"/>
                <a:ea typeface="和音 Joyo R" panose="00000500000000000000" pitchFamily="50" charset="-128"/>
              </a:rPr>
              <a:t>バトル</a:t>
            </a:r>
            <a:r>
              <a:rPr kumimoji="1" lang="ja-JP" altLang="en-US" sz="2400" b="1">
                <a:solidFill>
                  <a:srgbClr val="FF00FF"/>
                </a:solidFill>
                <a:latin typeface="和音 Joyo R" panose="00000500000000000000" pitchFamily="50" charset="-128"/>
                <a:ea typeface="和音 Joyo R" panose="00000500000000000000" pitchFamily="50" charset="-128"/>
              </a:rPr>
              <a:t>設定</a:t>
            </a:r>
            <a:r>
              <a:rPr kumimoji="1" lang="en-US" altLang="ja-JP" sz="2400" b="1">
                <a:solidFill>
                  <a:srgbClr val="FF00FF"/>
                </a:solidFill>
                <a:latin typeface="和音 Joyo R" panose="00000500000000000000" pitchFamily="50" charset="-128"/>
                <a:ea typeface="和音 Joyo R" panose="00000500000000000000" pitchFamily="50" charset="-128"/>
              </a:rPr>
              <a:t>0/0</a:t>
            </a:r>
            <a:endParaRPr kumimoji="1" lang="ja-JP" altLang="en-US" sz="3200" b="1" dirty="0">
              <a:solidFill>
                <a:srgbClr val="FF00FF"/>
              </a:solidFill>
              <a:latin typeface="和音 Joyo R" panose="00000500000000000000" pitchFamily="50" charset="-128"/>
              <a:ea typeface="和音 Joyo R" panose="00000500000000000000" pitchFamily="50" charset="-128"/>
            </a:endParaRPr>
          </a:p>
        </p:txBody>
      </p:sp>
      <p:cxnSp>
        <p:nvCxnSpPr>
          <p:cNvPr id="61" name="直線コネクタ 60">
            <a:extLst>
              <a:ext uri="{FF2B5EF4-FFF2-40B4-BE49-F238E27FC236}">
                <a16:creationId xmlns:a16="http://schemas.microsoft.com/office/drawing/2014/main" id="{6C003911-B05F-91DC-83A1-5DAF9A3BCC27}"/>
              </a:ext>
            </a:extLst>
          </p:cNvPr>
          <p:cNvCxnSpPr>
            <a:cxnSpLocks/>
          </p:cNvCxnSpPr>
          <p:nvPr/>
        </p:nvCxnSpPr>
        <p:spPr>
          <a:xfrm>
            <a:off x="4363451" y="1967086"/>
            <a:ext cx="3465100" cy="0"/>
          </a:xfrm>
          <a:prstGeom prst="line">
            <a:avLst/>
          </a:prstGeom>
          <a:ln>
            <a:solidFill>
              <a:srgbClr val="FF00FF"/>
            </a:solidFill>
            <a:headEnd type="stealth"/>
            <a:tailEnd type="stealth"/>
          </a:ln>
        </p:spPr>
        <p:style>
          <a:lnRef idx="2">
            <a:schemeClr val="accent1"/>
          </a:lnRef>
          <a:fillRef idx="0">
            <a:schemeClr val="accent1"/>
          </a:fillRef>
          <a:effectRef idx="1">
            <a:schemeClr val="accent1"/>
          </a:effectRef>
          <a:fontRef idx="minor">
            <a:schemeClr val="tx1"/>
          </a:fontRef>
        </p:style>
      </p:cxnSp>
      <p:sp>
        <p:nvSpPr>
          <p:cNvPr id="62" name="二等辺三角形 61">
            <a:extLst>
              <a:ext uri="{FF2B5EF4-FFF2-40B4-BE49-F238E27FC236}">
                <a16:creationId xmlns:a16="http://schemas.microsoft.com/office/drawing/2014/main" id="{188B6C89-E420-257B-EDF6-3E5AAB42B7B8}"/>
              </a:ext>
            </a:extLst>
          </p:cNvPr>
          <p:cNvSpPr/>
          <p:nvPr/>
        </p:nvSpPr>
        <p:spPr>
          <a:xfrm rot="16200000">
            <a:off x="1979298" y="3113738"/>
            <a:ext cx="953935" cy="514380"/>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二等辺三角形 63">
            <a:extLst>
              <a:ext uri="{FF2B5EF4-FFF2-40B4-BE49-F238E27FC236}">
                <a16:creationId xmlns:a16="http://schemas.microsoft.com/office/drawing/2014/main" id="{3EC66B11-B9D7-5391-6644-FBB096D8EFB9}"/>
              </a:ext>
            </a:extLst>
          </p:cNvPr>
          <p:cNvSpPr/>
          <p:nvPr/>
        </p:nvSpPr>
        <p:spPr>
          <a:xfrm rot="5400000" flipH="1">
            <a:off x="9258768" y="3113738"/>
            <a:ext cx="953935" cy="514380"/>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テキスト ボックス 65">
            <a:extLst>
              <a:ext uri="{FF2B5EF4-FFF2-40B4-BE49-F238E27FC236}">
                <a16:creationId xmlns:a16="http://schemas.microsoft.com/office/drawing/2014/main" id="{7C27696F-789D-9F16-7E3E-CCFE6AB2A354}"/>
              </a:ext>
            </a:extLst>
          </p:cNvPr>
          <p:cNvSpPr txBox="1"/>
          <p:nvPr/>
        </p:nvSpPr>
        <p:spPr>
          <a:xfrm>
            <a:off x="4454661" y="3013501"/>
            <a:ext cx="3342582" cy="830997"/>
          </a:xfrm>
          <a:prstGeom prst="rect">
            <a:avLst/>
          </a:prstGeom>
          <a:noFill/>
        </p:spPr>
        <p:txBody>
          <a:bodyPr wrap="none" rtlCol="0">
            <a:spAutoFit/>
          </a:bodyPr>
          <a:lstStyle/>
          <a:p>
            <a:pPr algn="ctr"/>
            <a:r>
              <a:rPr lang="ja-JP" altLang="en-US" sz="2400" b="1">
                <a:solidFill>
                  <a:srgbClr val="FF00FF"/>
                </a:solidFill>
                <a:latin typeface="和音 Joyo R" panose="00000500000000000000" pitchFamily="50" charset="-128"/>
                <a:ea typeface="和音 Joyo R" panose="00000500000000000000" pitchFamily="50" charset="-128"/>
              </a:rPr>
              <a:t>バトル</a:t>
            </a:r>
            <a:r>
              <a:rPr kumimoji="1" lang="ja-JP" altLang="en-US" sz="2400" b="1">
                <a:solidFill>
                  <a:srgbClr val="FF00FF"/>
                </a:solidFill>
                <a:latin typeface="和音 Joyo R" panose="00000500000000000000" pitchFamily="50" charset="-128"/>
                <a:ea typeface="和音 Joyo R" panose="00000500000000000000" pitchFamily="50" charset="-128"/>
              </a:rPr>
              <a:t>設定項目を列挙</a:t>
            </a:r>
            <a:br>
              <a:rPr kumimoji="1" lang="en-US" altLang="ja-JP" sz="2400" b="1">
                <a:solidFill>
                  <a:srgbClr val="FF00FF"/>
                </a:solidFill>
                <a:latin typeface="和音 Joyo R" panose="00000500000000000000" pitchFamily="50" charset="-128"/>
                <a:ea typeface="和音 Joyo R" panose="00000500000000000000" pitchFamily="50" charset="-128"/>
              </a:rPr>
            </a:br>
            <a:r>
              <a:rPr kumimoji="1" lang="en-US" altLang="ja-JP" sz="2400" b="1">
                <a:solidFill>
                  <a:srgbClr val="FF00FF"/>
                </a:solidFill>
                <a:latin typeface="和音 Joyo R" panose="00000500000000000000" pitchFamily="50" charset="-128"/>
                <a:ea typeface="和音 Joyo R" panose="00000500000000000000" pitchFamily="50" charset="-128"/>
              </a:rPr>
              <a:t>(</a:t>
            </a:r>
            <a:r>
              <a:rPr kumimoji="1" lang="ja-JP" altLang="en-US" sz="2400" b="1">
                <a:solidFill>
                  <a:srgbClr val="FF00FF"/>
                </a:solidFill>
                <a:latin typeface="和音 Joyo R" panose="00000500000000000000" pitchFamily="50" charset="-128"/>
                <a:ea typeface="和音 Joyo R" panose="00000500000000000000" pitchFamily="50" charset="-128"/>
              </a:rPr>
              <a:t>ここでは割愛</a:t>
            </a:r>
            <a:r>
              <a:rPr kumimoji="1" lang="en-US" altLang="ja-JP" sz="2400" b="1">
                <a:solidFill>
                  <a:srgbClr val="FF00FF"/>
                </a:solidFill>
                <a:latin typeface="和音 Joyo R" panose="00000500000000000000" pitchFamily="50" charset="-128"/>
                <a:ea typeface="和音 Joyo R" panose="00000500000000000000" pitchFamily="50" charset="-128"/>
              </a:rPr>
              <a:t>)</a:t>
            </a:r>
            <a:endParaRPr kumimoji="1" lang="ja-JP" altLang="en-US" sz="3200" b="1" dirty="0">
              <a:solidFill>
                <a:srgbClr val="FF00FF"/>
              </a:solidFill>
              <a:latin typeface="和音 Joyo R" panose="00000500000000000000" pitchFamily="50" charset="-128"/>
              <a:ea typeface="和音 Joyo R" panose="00000500000000000000" pitchFamily="50" charset="-128"/>
            </a:endParaRPr>
          </a:p>
        </p:txBody>
      </p:sp>
      <p:sp>
        <p:nvSpPr>
          <p:cNvPr id="12" name="四角形: 角を丸くする 11">
            <a:extLst>
              <a:ext uri="{FF2B5EF4-FFF2-40B4-BE49-F238E27FC236}">
                <a16:creationId xmlns:a16="http://schemas.microsoft.com/office/drawing/2014/main" id="{6517B802-0DD3-41F4-E38C-E3B5104EBFDF}"/>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14" name="四角形: 角を丸くする 13">
            <a:extLst>
              <a:ext uri="{FF2B5EF4-FFF2-40B4-BE49-F238E27FC236}">
                <a16:creationId xmlns:a16="http://schemas.microsoft.com/office/drawing/2014/main" id="{23B39C6B-0975-CCC0-0EEE-EC1A66520F12}"/>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テキスト ボックス 29">
            <a:extLst>
              <a:ext uri="{FF2B5EF4-FFF2-40B4-BE49-F238E27FC236}">
                <a16:creationId xmlns:a16="http://schemas.microsoft.com/office/drawing/2014/main" id="{9F0505D9-5272-F297-3A09-4D38931BD7C7}"/>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2" name="テキスト ボックス 31">
            <a:extLst>
              <a:ext uri="{FF2B5EF4-FFF2-40B4-BE49-F238E27FC236}">
                <a16:creationId xmlns:a16="http://schemas.microsoft.com/office/drawing/2014/main" id="{3C9FAD20-1B56-BF4F-DABB-1B74461693C6}"/>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4" name="テキスト ボックス 33">
            <a:extLst>
              <a:ext uri="{FF2B5EF4-FFF2-40B4-BE49-F238E27FC236}">
                <a16:creationId xmlns:a16="http://schemas.microsoft.com/office/drawing/2014/main" id="{5E9C6678-0DAF-9017-18D4-6E73817A6B60}"/>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6" name="テキスト ボックス 35">
            <a:extLst>
              <a:ext uri="{FF2B5EF4-FFF2-40B4-BE49-F238E27FC236}">
                <a16:creationId xmlns:a16="http://schemas.microsoft.com/office/drawing/2014/main" id="{AE40817F-07F2-DEFD-7E4A-36AAD7A751BC}"/>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40" name="テキスト ボックス 39">
            <a:extLst>
              <a:ext uri="{FF2B5EF4-FFF2-40B4-BE49-F238E27FC236}">
                <a16:creationId xmlns:a16="http://schemas.microsoft.com/office/drawing/2014/main" id="{160338C5-2F46-0F93-0FF9-73446E54F459}"/>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42" name="テキスト ボックス 41">
            <a:extLst>
              <a:ext uri="{FF2B5EF4-FFF2-40B4-BE49-F238E27FC236}">
                <a16:creationId xmlns:a16="http://schemas.microsoft.com/office/drawing/2014/main" id="{AA7EBF11-82CC-238A-DEF2-2C59C3DC01F2}"/>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Tree>
    <p:extLst>
      <p:ext uri="{BB962C8B-B14F-4D97-AF65-F5344CB8AC3E}">
        <p14:creationId xmlns:p14="http://schemas.microsoft.com/office/powerpoint/2010/main" val="1996223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1FE2AD6-672D-CB6C-E94F-5154FACB4791}"/>
            </a:ext>
          </a:extLst>
        </p:cNvPr>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57F2FDA9-7F3A-E880-FE97-47EAC289EC46}"/>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D2CC4084-ECEB-11CE-48D9-2E609B9F7119}"/>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CD665728-166B-49F4-759C-1194BB7A02A6}"/>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31154C03-8668-7512-3355-09257DA216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E83F1170-5E79-8F55-4E7D-B2638F74BD64}"/>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BDA23E6A-E06B-A2E3-82B6-FDC4045041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85FBED1B-F6F7-E577-4D3F-778D98BFE5D0}"/>
              </a:ext>
            </a:extLst>
          </p:cNvPr>
          <p:cNvSpPr txBox="1"/>
          <p:nvPr/>
        </p:nvSpPr>
        <p:spPr>
          <a:xfrm>
            <a:off x="1624591" y="641390"/>
            <a:ext cx="1467068" cy="400110"/>
          </a:xfrm>
          <a:prstGeom prst="rect">
            <a:avLst/>
          </a:prstGeom>
          <a:noFill/>
        </p:spPr>
        <p:txBody>
          <a:bodyPr wrap="none" rtlCol="0">
            <a:spAutoFit/>
          </a:bodyPr>
          <a:lstStyle/>
          <a:p>
            <a:pPr algn="ctr"/>
            <a:r>
              <a:rPr kumimoji="1"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ゲーム設定</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5" name="四角形: 角を丸くする 54">
            <a:extLst>
              <a:ext uri="{FF2B5EF4-FFF2-40B4-BE49-F238E27FC236}">
                <a16:creationId xmlns:a16="http://schemas.microsoft.com/office/drawing/2014/main" id="{BA9A8836-2209-508D-FE2A-ACBBAFA0C2E0}"/>
              </a:ext>
            </a:extLst>
          </p:cNvPr>
          <p:cNvSpPr/>
          <p:nvPr/>
        </p:nvSpPr>
        <p:spPr>
          <a:xfrm>
            <a:off x="1698342" y="1342769"/>
            <a:ext cx="8795316" cy="4056319"/>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57" name="四角形: 角を丸くする 56">
            <a:extLst>
              <a:ext uri="{FF2B5EF4-FFF2-40B4-BE49-F238E27FC236}">
                <a16:creationId xmlns:a16="http://schemas.microsoft.com/office/drawing/2014/main" id="{315B0D47-C0ED-595E-871E-51BEFECD3530}"/>
              </a:ext>
            </a:extLst>
          </p:cNvPr>
          <p:cNvSpPr/>
          <p:nvPr/>
        </p:nvSpPr>
        <p:spPr>
          <a:xfrm>
            <a:off x="6352916" y="4531914"/>
            <a:ext cx="2336019" cy="625904"/>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latin typeface="和音 Joyo R" panose="00000500000000000000" pitchFamily="50" charset="-128"/>
                <a:ea typeface="和音 Joyo R" panose="00000500000000000000" pitchFamily="50" charset="-128"/>
              </a:rPr>
              <a:t>OK</a:t>
            </a:r>
            <a:endParaRPr kumimoji="1" lang="ja-JP" altLang="en-US" sz="2000" dirty="0">
              <a:latin typeface="和音 Joyo R" panose="00000500000000000000" pitchFamily="50" charset="-128"/>
              <a:ea typeface="和音 Joyo R" panose="00000500000000000000" pitchFamily="50" charset="-128"/>
            </a:endParaRPr>
          </a:p>
        </p:txBody>
      </p:sp>
      <p:sp>
        <p:nvSpPr>
          <p:cNvPr id="59" name="四角形: 角を丸くする 58">
            <a:extLst>
              <a:ext uri="{FF2B5EF4-FFF2-40B4-BE49-F238E27FC236}">
                <a16:creationId xmlns:a16="http://schemas.microsoft.com/office/drawing/2014/main" id="{0006D0F8-0869-82DF-B17B-4FC8F3C0CEC5}"/>
              </a:ext>
            </a:extLst>
          </p:cNvPr>
          <p:cNvSpPr/>
          <p:nvPr/>
        </p:nvSpPr>
        <p:spPr>
          <a:xfrm>
            <a:off x="3520077" y="4531914"/>
            <a:ext cx="2336019" cy="625904"/>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atin typeface="和音 Joyo R" panose="00000500000000000000" pitchFamily="50" charset="-128"/>
                <a:ea typeface="和音 Joyo R" panose="00000500000000000000" pitchFamily="50" charset="-128"/>
              </a:rPr>
              <a:t>デフォルトに戻す</a:t>
            </a:r>
          </a:p>
        </p:txBody>
      </p:sp>
      <p:sp>
        <p:nvSpPr>
          <p:cNvPr id="60" name="テキスト ボックス 59">
            <a:extLst>
              <a:ext uri="{FF2B5EF4-FFF2-40B4-BE49-F238E27FC236}">
                <a16:creationId xmlns:a16="http://schemas.microsoft.com/office/drawing/2014/main" id="{9DFC212C-2875-A281-397A-DA12317487E7}"/>
              </a:ext>
            </a:extLst>
          </p:cNvPr>
          <p:cNvSpPr txBox="1"/>
          <p:nvPr/>
        </p:nvSpPr>
        <p:spPr>
          <a:xfrm>
            <a:off x="4925648" y="1469349"/>
            <a:ext cx="2340704" cy="461665"/>
          </a:xfrm>
          <a:prstGeom prst="rect">
            <a:avLst/>
          </a:prstGeom>
          <a:noFill/>
        </p:spPr>
        <p:txBody>
          <a:bodyPr wrap="none" rtlCol="0">
            <a:spAutoFit/>
          </a:bodyPr>
          <a:lstStyle/>
          <a:p>
            <a:pPr algn="ctr"/>
            <a:r>
              <a:rPr lang="ja-JP" altLang="en-US" sz="2400" b="1">
                <a:solidFill>
                  <a:srgbClr val="FF00FF"/>
                </a:solidFill>
                <a:latin typeface="和音 Joyo R" panose="00000500000000000000" pitchFamily="50" charset="-128"/>
                <a:ea typeface="和音 Joyo R" panose="00000500000000000000" pitchFamily="50" charset="-128"/>
              </a:rPr>
              <a:t>バトル</a:t>
            </a:r>
            <a:r>
              <a:rPr kumimoji="1" lang="ja-JP" altLang="en-US" sz="2400" b="1">
                <a:solidFill>
                  <a:srgbClr val="FF00FF"/>
                </a:solidFill>
                <a:latin typeface="和音 Joyo R" panose="00000500000000000000" pitchFamily="50" charset="-128"/>
                <a:ea typeface="和音 Joyo R" panose="00000500000000000000" pitchFamily="50" charset="-128"/>
              </a:rPr>
              <a:t>設定</a:t>
            </a:r>
            <a:r>
              <a:rPr kumimoji="1" lang="en-US" altLang="ja-JP" sz="2400" b="1">
                <a:solidFill>
                  <a:srgbClr val="FF00FF"/>
                </a:solidFill>
                <a:latin typeface="和音 Joyo R" panose="00000500000000000000" pitchFamily="50" charset="-128"/>
                <a:ea typeface="和音 Joyo R" panose="00000500000000000000" pitchFamily="50" charset="-128"/>
              </a:rPr>
              <a:t>0/0</a:t>
            </a:r>
            <a:endParaRPr kumimoji="1" lang="ja-JP" altLang="en-US" sz="3200" b="1" dirty="0">
              <a:solidFill>
                <a:srgbClr val="FF00FF"/>
              </a:solidFill>
              <a:latin typeface="和音 Joyo R" panose="00000500000000000000" pitchFamily="50" charset="-128"/>
              <a:ea typeface="和音 Joyo R" panose="00000500000000000000" pitchFamily="50" charset="-128"/>
            </a:endParaRPr>
          </a:p>
        </p:txBody>
      </p:sp>
      <p:cxnSp>
        <p:nvCxnSpPr>
          <p:cNvPr id="61" name="直線コネクタ 60">
            <a:extLst>
              <a:ext uri="{FF2B5EF4-FFF2-40B4-BE49-F238E27FC236}">
                <a16:creationId xmlns:a16="http://schemas.microsoft.com/office/drawing/2014/main" id="{2BB379D8-ACFC-BFFB-9CBF-634B97DC4A56}"/>
              </a:ext>
            </a:extLst>
          </p:cNvPr>
          <p:cNvCxnSpPr>
            <a:cxnSpLocks/>
          </p:cNvCxnSpPr>
          <p:nvPr/>
        </p:nvCxnSpPr>
        <p:spPr>
          <a:xfrm>
            <a:off x="4363451" y="1967086"/>
            <a:ext cx="3465100" cy="0"/>
          </a:xfrm>
          <a:prstGeom prst="line">
            <a:avLst/>
          </a:prstGeom>
          <a:ln>
            <a:solidFill>
              <a:srgbClr val="FF00FF"/>
            </a:solidFill>
            <a:headEnd type="stealth"/>
            <a:tailEnd type="stealth"/>
          </a:ln>
        </p:spPr>
        <p:style>
          <a:lnRef idx="2">
            <a:schemeClr val="accent1"/>
          </a:lnRef>
          <a:fillRef idx="0">
            <a:schemeClr val="accent1"/>
          </a:fillRef>
          <a:effectRef idx="1">
            <a:schemeClr val="accent1"/>
          </a:effectRef>
          <a:fontRef idx="minor">
            <a:schemeClr val="tx1"/>
          </a:fontRef>
        </p:style>
      </p:cxnSp>
      <p:sp>
        <p:nvSpPr>
          <p:cNvPr id="62" name="二等辺三角形 61">
            <a:extLst>
              <a:ext uri="{FF2B5EF4-FFF2-40B4-BE49-F238E27FC236}">
                <a16:creationId xmlns:a16="http://schemas.microsoft.com/office/drawing/2014/main" id="{C663CB25-105A-19F0-BD75-C215CDFF0903}"/>
              </a:ext>
            </a:extLst>
          </p:cNvPr>
          <p:cNvSpPr/>
          <p:nvPr/>
        </p:nvSpPr>
        <p:spPr>
          <a:xfrm rot="16200000">
            <a:off x="1979298" y="3113738"/>
            <a:ext cx="953935" cy="514380"/>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二等辺三角形 63">
            <a:extLst>
              <a:ext uri="{FF2B5EF4-FFF2-40B4-BE49-F238E27FC236}">
                <a16:creationId xmlns:a16="http://schemas.microsoft.com/office/drawing/2014/main" id="{6C76D2FD-855A-04F8-73AC-962F62A837F9}"/>
              </a:ext>
            </a:extLst>
          </p:cNvPr>
          <p:cNvSpPr/>
          <p:nvPr/>
        </p:nvSpPr>
        <p:spPr>
          <a:xfrm rot="5400000" flipH="1">
            <a:off x="9258768" y="3113738"/>
            <a:ext cx="953935" cy="514380"/>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テキスト ボックス 65">
            <a:extLst>
              <a:ext uri="{FF2B5EF4-FFF2-40B4-BE49-F238E27FC236}">
                <a16:creationId xmlns:a16="http://schemas.microsoft.com/office/drawing/2014/main" id="{1DF223B6-BA07-82AC-D975-D4B743309C0B}"/>
              </a:ext>
            </a:extLst>
          </p:cNvPr>
          <p:cNvSpPr txBox="1"/>
          <p:nvPr/>
        </p:nvSpPr>
        <p:spPr>
          <a:xfrm>
            <a:off x="4454661" y="3013501"/>
            <a:ext cx="3342582" cy="830997"/>
          </a:xfrm>
          <a:prstGeom prst="rect">
            <a:avLst/>
          </a:prstGeom>
          <a:noFill/>
        </p:spPr>
        <p:txBody>
          <a:bodyPr wrap="none" rtlCol="0">
            <a:spAutoFit/>
          </a:bodyPr>
          <a:lstStyle/>
          <a:p>
            <a:pPr algn="ctr"/>
            <a:r>
              <a:rPr lang="ja-JP" altLang="en-US" sz="2400" b="1">
                <a:solidFill>
                  <a:srgbClr val="FF00FF"/>
                </a:solidFill>
                <a:latin typeface="和音 Joyo R" panose="00000500000000000000" pitchFamily="50" charset="-128"/>
                <a:ea typeface="和音 Joyo R" panose="00000500000000000000" pitchFamily="50" charset="-128"/>
              </a:rPr>
              <a:t>バトル</a:t>
            </a:r>
            <a:r>
              <a:rPr kumimoji="1" lang="ja-JP" altLang="en-US" sz="2400" b="1">
                <a:solidFill>
                  <a:srgbClr val="FF00FF"/>
                </a:solidFill>
                <a:latin typeface="和音 Joyo R" panose="00000500000000000000" pitchFamily="50" charset="-128"/>
                <a:ea typeface="和音 Joyo R" panose="00000500000000000000" pitchFamily="50" charset="-128"/>
              </a:rPr>
              <a:t>設定項目を列挙</a:t>
            </a:r>
            <a:br>
              <a:rPr kumimoji="1" lang="en-US" altLang="ja-JP" sz="2400" b="1">
                <a:solidFill>
                  <a:srgbClr val="FF00FF"/>
                </a:solidFill>
                <a:latin typeface="和音 Joyo R" panose="00000500000000000000" pitchFamily="50" charset="-128"/>
                <a:ea typeface="和音 Joyo R" panose="00000500000000000000" pitchFamily="50" charset="-128"/>
              </a:rPr>
            </a:br>
            <a:r>
              <a:rPr kumimoji="1" lang="en-US" altLang="ja-JP" sz="2400" b="1">
                <a:solidFill>
                  <a:srgbClr val="FF00FF"/>
                </a:solidFill>
                <a:latin typeface="和音 Joyo R" panose="00000500000000000000" pitchFamily="50" charset="-128"/>
                <a:ea typeface="和音 Joyo R" panose="00000500000000000000" pitchFamily="50" charset="-128"/>
              </a:rPr>
              <a:t>(</a:t>
            </a:r>
            <a:r>
              <a:rPr kumimoji="1" lang="ja-JP" altLang="en-US" sz="2400" b="1">
                <a:solidFill>
                  <a:srgbClr val="FF00FF"/>
                </a:solidFill>
                <a:latin typeface="和音 Joyo R" panose="00000500000000000000" pitchFamily="50" charset="-128"/>
                <a:ea typeface="和音 Joyo R" panose="00000500000000000000" pitchFamily="50" charset="-128"/>
              </a:rPr>
              <a:t>ここでは割愛</a:t>
            </a:r>
            <a:r>
              <a:rPr kumimoji="1" lang="en-US" altLang="ja-JP" sz="2400" b="1">
                <a:solidFill>
                  <a:srgbClr val="FF00FF"/>
                </a:solidFill>
                <a:latin typeface="和音 Joyo R" panose="00000500000000000000" pitchFamily="50" charset="-128"/>
                <a:ea typeface="和音 Joyo R" panose="00000500000000000000" pitchFamily="50" charset="-128"/>
              </a:rPr>
              <a:t>)</a:t>
            </a:r>
            <a:endParaRPr kumimoji="1" lang="ja-JP" altLang="en-US" sz="3200" b="1" dirty="0">
              <a:solidFill>
                <a:srgbClr val="FF00FF"/>
              </a:solidFill>
              <a:latin typeface="和音 Joyo R" panose="00000500000000000000" pitchFamily="50" charset="-128"/>
              <a:ea typeface="和音 Joyo R" panose="00000500000000000000" pitchFamily="50" charset="-128"/>
            </a:endParaRPr>
          </a:p>
        </p:txBody>
      </p:sp>
      <p:sp>
        <p:nvSpPr>
          <p:cNvPr id="12" name="四角形: 角を丸くする 11">
            <a:extLst>
              <a:ext uri="{FF2B5EF4-FFF2-40B4-BE49-F238E27FC236}">
                <a16:creationId xmlns:a16="http://schemas.microsoft.com/office/drawing/2014/main" id="{F06C8971-7DEF-DCF7-2354-206E292E47C4}"/>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14" name="四角形: 角を丸くする 13">
            <a:extLst>
              <a:ext uri="{FF2B5EF4-FFF2-40B4-BE49-F238E27FC236}">
                <a16:creationId xmlns:a16="http://schemas.microsoft.com/office/drawing/2014/main" id="{EE937D5F-83FC-2746-1591-77C82E63D632}"/>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テキスト ボックス 29">
            <a:extLst>
              <a:ext uri="{FF2B5EF4-FFF2-40B4-BE49-F238E27FC236}">
                <a16:creationId xmlns:a16="http://schemas.microsoft.com/office/drawing/2014/main" id="{A128D4C2-2125-A759-7F91-F33EE3A12F4C}"/>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2" name="テキスト ボックス 31">
            <a:extLst>
              <a:ext uri="{FF2B5EF4-FFF2-40B4-BE49-F238E27FC236}">
                <a16:creationId xmlns:a16="http://schemas.microsoft.com/office/drawing/2014/main" id="{416A519F-1EC9-E939-55CA-82AE2A5DFFCC}"/>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4" name="テキスト ボックス 33">
            <a:extLst>
              <a:ext uri="{FF2B5EF4-FFF2-40B4-BE49-F238E27FC236}">
                <a16:creationId xmlns:a16="http://schemas.microsoft.com/office/drawing/2014/main" id="{80401382-BD63-C32C-2F27-533B9E394C06}"/>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6" name="テキスト ボックス 35">
            <a:extLst>
              <a:ext uri="{FF2B5EF4-FFF2-40B4-BE49-F238E27FC236}">
                <a16:creationId xmlns:a16="http://schemas.microsoft.com/office/drawing/2014/main" id="{20F2EE69-37BF-9C69-E9BF-D3B51A8F98F7}"/>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40" name="テキスト ボックス 39">
            <a:extLst>
              <a:ext uri="{FF2B5EF4-FFF2-40B4-BE49-F238E27FC236}">
                <a16:creationId xmlns:a16="http://schemas.microsoft.com/office/drawing/2014/main" id="{85135F8A-145D-6E67-C967-EABD18988704}"/>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42" name="テキスト ボックス 41">
            <a:extLst>
              <a:ext uri="{FF2B5EF4-FFF2-40B4-BE49-F238E27FC236}">
                <a16:creationId xmlns:a16="http://schemas.microsoft.com/office/drawing/2014/main" id="{8AF01F8D-AECA-4819-5E60-72656DCBF374}"/>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 name="正方形/長方形 1">
            <a:extLst>
              <a:ext uri="{FF2B5EF4-FFF2-40B4-BE49-F238E27FC236}">
                <a16:creationId xmlns:a16="http://schemas.microsoft.com/office/drawing/2014/main" id="{B67FBE87-118F-CDAF-DA68-A106E55B6E19}"/>
              </a:ext>
            </a:extLst>
          </p:cNvPr>
          <p:cNvSpPr>
            <a:spLocks/>
          </p:cNvSpPr>
          <p:nvPr/>
        </p:nvSpPr>
        <p:spPr>
          <a:xfrm>
            <a:off x="0" y="-1"/>
            <a:ext cx="12192000" cy="6858001"/>
          </a:xfrm>
          <a:prstGeom prst="rect">
            <a:avLst/>
          </a:prstGeom>
          <a:solidFill>
            <a:schemeClr val="tx1">
              <a:lumMod val="85000"/>
              <a:lumOff val="1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 name="グループ化 2">
            <a:extLst>
              <a:ext uri="{FF2B5EF4-FFF2-40B4-BE49-F238E27FC236}">
                <a16:creationId xmlns:a16="http://schemas.microsoft.com/office/drawing/2014/main" id="{78FBF925-3685-81AF-CB10-FB250D50B5E5}"/>
              </a:ext>
            </a:extLst>
          </p:cNvPr>
          <p:cNvGrpSpPr/>
          <p:nvPr/>
        </p:nvGrpSpPr>
        <p:grpSpPr>
          <a:xfrm>
            <a:off x="3159742" y="1823170"/>
            <a:ext cx="5872517" cy="3211661"/>
            <a:chOff x="3159742" y="1823170"/>
            <a:chExt cx="5872517" cy="3211661"/>
          </a:xfrm>
        </p:grpSpPr>
        <p:sp>
          <p:nvSpPr>
            <p:cNvPr id="4" name="四角形: 角を丸くする 3">
              <a:extLst>
                <a:ext uri="{FF2B5EF4-FFF2-40B4-BE49-F238E27FC236}">
                  <a16:creationId xmlns:a16="http://schemas.microsoft.com/office/drawing/2014/main" id="{A5535A29-944F-77D6-195E-442304C296D3}"/>
                </a:ext>
              </a:extLst>
            </p:cNvPr>
            <p:cNvSpPr/>
            <p:nvPr/>
          </p:nvSpPr>
          <p:spPr>
            <a:xfrm>
              <a:off x="3159742" y="1823170"/>
              <a:ext cx="5872517" cy="321166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5EDE36B2-1419-AD67-2C23-C35700446853}"/>
                </a:ext>
              </a:extLst>
            </p:cNvPr>
            <p:cNvSpPr/>
            <p:nvPr/>
          </p:nvSpPr>
          <p:spPr>
            <a:xfrm>
              <a:off x="6323378" y="3797078"/>
              <a:ext cx="2138224" cy="767022"/>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latin typeface="和音 Joyo R" panose="00000500000000000000" pitchFamily="50" charset="-128"/>
                  <a:ea typeface="和音 Joyo R" panose="00000500000000000000" pitchFamily="50" charset="-128"/>
                </a:rPr>
                <a:t>はい</a:t>
              </a:r>
              <a:endParaRPr lang="ja-JP" altLang="en-US" sz="2400" dirty="0">
                <a:latin typeface="和音 Joyo R" panose="00000500000000000000" pitchFamily="50" charset="-128"/>
                <a:ea typeface="和音 Joyo R" panose="00000500000000000000" pitchFamily="50" charset="-128"/>
              </a:endParaRPr>
            </a:p>
          </p:txBody>
        </p:sp>
        <p:sp>
          <p:nvSpPr>
            <p:cNvPr id="7" name="四角形: 角を丸くする 6">
              <a:extLst>
                <a:ext uri="{FF2B5EF4-FFF2-40B4-BE49-F238E27FC236}">
                  <a16:creationId xmlns:a16="http://schemas.microsoft.com/office/drawing/2014/main" id="{086681A3-710D-1471-8C67-2EBFFDDE57AA}"/>
                </a:ext>
              </a:extLst>
            </p:cNvPr>
            <p:cNvSpPr/>
            <p:nvPr/>
          </p:nvSpPr>
          <p:spPr>
            <a:xfrm>
              <a:off x="3730400" y="3797078"/>
              <a:ext cx="2138224" cy="767022"/>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latin typeface="和音 Joyo R" panose="00000500000000000000" pitchFamily="50" charset="-128"/>
                  <a:ea typeface="和音 Joyo R" panose="00000500000000000000" pitchFamily="50" charset="-128"/>
                </a:rPr>
                <a:t>いいえ</a:t>
              </a:r>
              <a:endParaRPr kumimoji="1" lang="ja-JP" altLang="en-US" sz="2400" dirty="0">
                <a:latin typeface="和音 Joyo R" panose="00000500000000000000" pitchFamily="50" charset="-128"/>
                <a:ea typeface="和音 Joyo R" panose="00000500000000000000" pitchFamily="50" charset="-128"/>
              </a:endParaRPr>
            </a:p>
          </p:txBody>
        </p:sp>
        <p:sp>
          <p:nvSpPr>
            <p:cNvPr id="10" name="テキスト ボックス 9">
              <a:extLst>
                <a:ext uri="{FF2B5EF4-FFF2-40B4-BE49-F238E27FC236}">
                  <a16:creationId xmlns:a16="http://schemas.microsoft.com/office/drawing/2014/main" id="{CC74B06F-085A-CA16-FCEA-90729D3CFC09}"/>
                </a:ext>
              </a:extLst>
            </p:cNvPr>
            <p:cNvSpPr txBox="1"/>
            <p:nvPr/>
          </p:nvSpPr>
          <p:spPr>
            <a:xfrm>
              <a:off x="3263337" y="2409602"/>
              <a:ext cx="5665333" cy="584775"/>
            </a:xfrm>
            <a:prstGeom prst="rect">
              <a:avLst/>
            </a:prstGeom>
            <a:noFill/>
          </p:spPr>
          <p:txBody>
            <a:bodyPr wrap="none" rtlCol="0">
              <a:spAutoFit/>
            </a:bodyPr>
            <a:lstStyle/>
            <a:p>
              <a:pPr algn="ctr"/>
              <a:r>
                <a:rPr kumimoji="1" lang="ja-JP" altLang="en-US" sz="3200" b="1" dirty="0">
                  <a:solidFill>
                    <a:schemeClr val="tx1">
                      <a:lumMod val="85000"/>
                      <a:lumOff val="15000"/>
                    </a:schemeClr>
                  </a:solidFill>
                  <a:latin typeface="和音 Joyo R" panose="00000500000000000000" pitchFamily="50" charset="-128"/>
                  <a:ea typeface="和音 Joyo R" panose="00000500000000000000" pitchFamily="50" charset="-128"/>
                </a:rPr>
                <a:t>変更をキャンセルしますか？</a:t>
              </a:r>
              <a:endParaRPr kumimoji="1" lang="ja-JP" altLang="en-US" sz="4000" b="1" dirty="0">
                <a:solidFill>
                  <a:schemeClr val="tx1">
                    <a:lumMod val="85000"/>
                    <a:lumOff val="15000"/>
                  </a:schemeClr>
                </a:solidFill>
                <a:latin typeface="和音 Joyo R" panose="00000500000000000000" pitchFamily="50" charset="-128"/>
                <a:ea typeface="和音 Joyo R" panose="00000500000000000000" pitchFamily="50" charset="-128"/>
              </a:endParaRPr>
            </a:p>
          </p:txBody>
        </p:sp>
      </p:grpSp>
    </p:spTree>
    <p:extLst>
      <p:ext uri="{BB962C8B-B14F-4D97-AF65-F5344CB8AC3E}">
        <p14:creationId xmlns:p14="http://schemas.microsoft.com/office/powerpoint/2010/main" val="292701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50FB7E0-E8AF-8139-0CAA-A75F300BCA55}"/>
            </a:ext>
          </a:extLst>
        </p:cNvPr>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C94822F2-4223-40AE-E01C-F5BE34FF23F9}"/>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902BDE97-B4AE-E806-650D-FA341B3880FA}"/>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577BE2E9-2153-F82A-39AA-30FDF37D6C3D}"/>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7CDC4E36-50CE-1626-A4BE-2251A9D86A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0BE28A5A-FCA4-257A-D315-E3BF172513AD}"/>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C07908C8-C6A7-FC40-66F7-1408ED6738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60F03934-69BB-2A36-14EB-710B01B136F0}"/>
              </a:ext>
            </a:extLst>
          </p:cNvPr>
          <p:cNvSpPr txBox="1"/>
          <p:nvPr/>
        </p:nvSpPr>
        <p:spPr>
          <a:xfrm>
            <a:off x="1624591" y="641390"/>
            <a:ext cx="1467068" cy="400110"/>
          </a:xfrm>
          <a:prstGeom prst="rect">
            <a:avLst/>
          </a:prstGeom>
          <a:noFill/>
        </p:spPr>
        <p:txBody>
          <a:bodyPr wrap="none" rtlCol="0">
            <a:spAutoFit/>
          </a:bodyPr>
          <a:lstStyle/>
          <a:p>
            <a:pPr algn="ctr"/>
            <a:r>
              <a:rPr kumimoji="1"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ゲーム設定</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5" name="四角形: 角を丸くする 54">
            <a:extLst>
              <a:ext uri="{FF2B5EF4-FFF2-40B4-BE49-F238E27FC236}">
                <a16:creationId xmlns:a16="http://schemas.microsoft.com/office/drawing/2014/main" id="{A2C771E9-7321-9824-475D-B0DC5E8A9BCC}"/>
              </a:ext>
            </a:extLst>
          </p:cNvPr>
          <p:cNvSpPr/>
          <p:nvPr/>
        </p:nvSpPr>
        <p:spPr>
          <a:xfrm>
            <a:off x="1698342" y="1342769"/>
            <a:ext cx="8795316" cy="4056319"/>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57" name="四角形: 角を丸くする 56">
            <a:extLst>
              <a:ext uri="{FF2B5EF4-FFF2-40B4-BE49-F238E27FC236}">
                <a16:creationId xmlns:a16="http://schemas.microsoft.com/office/drawing/2014/main" id="{93BE7E80-F93B-8E57-8EE9-B9E5894EBEB0}"/>
              </a:ext>
            </a:extLst>
          </p:cNvPr>
          <p:cNvSpPr/>
          <p:nvPr/>
        </p:nvSpPr>
        <p:spPr>
          <a:xfrm>
            <a:off x="6352916" y="4531914"/>
            <a:ext cx="2336019" cy="625904"/>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latin typeface="和音 Joyo R" panose="00000500000000000000" pitchFamily="50" charset="-128"/>
                <a:ea typeface="和音 Joyo R" panose="00000500000000000000" pitchFamily="50" charset="-128"/>
              </a:rPr>
              <a:t>OK</a:t>
            </a:r>
            <a:endParaRPr kumimoji="1" lang="ja-JP" altLang="en-US" sz="2000" dirty="0">
              <a:latin typeface="和音 Joyo R" panose="00000500000000000000" pitchFamily="50" charset="-128"/>
              <a:ea typeface="和音 Joyo R" panose="00000500000000000000" pitchFamily="50" charset="-128"/>
            </a:endParaRPr>
          </a:p>
        </p:txBody>
      </p:sp>
      <p:sp>
        <p:nvSpPr>
          <p:cNvPr id="59" name="四角形: 角を丸くする 58">
            <a:extLst>
              <a:ext uri="{FF2B5EF4-FFF2-40B4-BE49-F238E27FC236}">
                <a16:creationId xmlns:a16="http://schemas.microsoft.com/office/drawing/2014/main" id="{E29FCD43-B8B6-FD1A-036A-753B63DC1CE4}"/>
              </a:ext>
            </a:extLst>
          </p:cNvPr>
          <p:cNvSpPr/>
          <p:nvPr/>
        </p:nvSpPr>
        <p:spPr>
          <a:xfrm>
            <a:off x="3520077" y="4531914"/>
            <a:ext cx="2336019" cy="625904"/>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atin typeface="和音 Joyo R" panose="00000500000000000000" pitchFamily="50" charset="-128"/>
                <a:ea typeface="和音 Joyo R" panose="00000500000000000000" pitchFamily="50" charset="-128"/>
              </a:rPr>
              <a:t>デフォルトに戻す</a:t>
            </a:r>
          </a:p>
        </p:txBody>
      </p:sp>
      <p:sp>
        <p:nvSpPr>
          <p:cNvPr id="60" name="テキスト ボックス 59">
            <a:extLst>
              <a:ext uri="{FF2B5EF4-FFF2-40B4-BE49-F238E27FC236}">
                <a16:creationId xmlns:a16="http://schemas.microsoft.com/office/drawing/2014/main" id="{89E17D40-DB2F-C343-518F-1ECF283E3031}"/>
              </a:ext>
            </a:extLst>
          </p:cNvPr>
          <p:cNvSpPr txBox="1"/>
          <p:nvPr/>
        </p:nvSpPr>
        <p:spPr>
          <a:xfrm>
            <a:off x="4925648" y="1469349"/>
            <a:ext cx="2340704" cy="461665"/>
          </a:xfrm>
          <a:prstGeom prst="rect">
            <a:avLst/>
          </a:prstGeom>
          <a:noFill/>
        </p:spPr>
        <p:txBody>
          <a:bodyPr wrap="none" rtlCol="0">
            <a:spAutoFit/>
          </a:bodyPr>
          <a:lstStyle/>
          <a:p>
            <a:pPr algn="ctr"/>
            <a:r>
              <a:rPr lang="ja-JP" altLang="en-US" sz="2400" b="1">
                <a:solidFill>
                  <a:srgbClr val="FF00FF"/>
                </a:solidFill>
                <a:latin typeface="和音 Joyo R" panose="00000500000000000000" pitchFamily="50" charset="-128"/>
                <a:ea typeface="和音 Joyo R" panose="00000500000000000000" pitchFamily="50" charset="-128"/>
              </a:rPr>
              <a:t>バトル</a:t>
            </a:r>
            <a:r>
              <a:rPr kumimoji="1" lang="ja-JP" altLang="en-US" sz="2400" b="1">
                <a:solidFill>
                  <a:srgbClr val="FF00FF"/>
                </a:solidFill>
                <a:latin typeface="和音 Joyo R" panose="00000500000000000000" pitchFamily="50" charset="-128"/>
                <a:ea typeface="和音 Joyo R" panose="00000500000000000000" pitchFamily="50" charset="-128"/>
              </a:rPr>
              <a:t>設定</a:t>
            </a:r>
            <a:r>
              <a:rPr kumimoji="1" lang="en-US" altLang="ja-JP" sz="2400" b="1">
                <a:solidFill>
                  <a:srgbClr val="FF00FF"/>
                </a:solidFill>
                <a:latin typeface="和音 Joyo R" panose="00000500000000000000" pitchFamily="50" charset="-128"/>
                <a:ea typeface="和音 Joyo R" panose="00000500000000000000" pitchFamily="50" charset="-128"/>
              </a:rPr>
              <a:t>0/0</a:t>
            </a:r>
            <a:endParaRPr kumimoji="1" lang="ja-JP" altLang="en-US" sz="3200" b="1" dirty="0">
              <a:solidFill>
                <a:srgbClr val="FF00FF"/>
              </a:solidFill>
              <a:latin typeface="和音 Joyo R" panose="00000500000000000000" pitchFamily="50" charset="-128"/>
              <a:ea typeface="和音 Joyo R" panose="00000500000000000000" pitchFamily="50" charset="-128"/>
            </a:endParaRPr>
          </a:p>
        </p:txBody>
      </p:sp>
      <p:cxnSp>
        <p:nvCxnSpPr>
          <p:cNvPr id="61" name="直線コネクタ 60">
            <a:extLst>
              <a:ext uri="{FF2B5EF4-FFF2-40B4-BE49-F238E27FC236}">
                <a16:creationId xmlns:a16="http://schemas.microsoft.com/office/drawing/2014/main" id="{BEBA3739-CC0F-83AA-3829-E51B2310E5C1}"/>
              </a:ext>
            </a:extLst>
          </p:cNvPr>
          <p:cNvCxnSpPr>
            <a:cxnSpLocks/>
          </p:cNvCxnSpPr>
          <p:nvPr/>
        </p:nvCxnSpPr>
        <p:spPr>
          <a:xfrm>
            <a:off x="4363451" y="1967086"/>
            <a:ext cx="3465100" cy="0"/>
          </a:xfrm>
          <a:prstGeom prst="line">
            <a:avLst/>
          </a:prstGeom>
          <a:ln>
            <a:solidFill>
              <a:srgbClr val="FF00FF"/>
            </a:solidFill>
            <a:headEnd type="stealth"/>
            <a:tailEnd type="stealth"/>
          </a:ln>
        </p:spPr>
        <p:style>
          <a:lnRef idx="2">
            <a:schemeClr val="accent1"/>
          </a:lnRef>
          <a:fillRef idx="0">
            <a:schemeClr val="accent1"/>
          </a:fillRef>
          <a:effectRef idx="1">
            <a:schemeClr val="accent1"/>
          </a:effectRef>
          <a:fontRef idx="minor">
            <a:schemeClr val="tx1"/>
          </a:fontRef>
        </p:style>
      </p:cxnSp>
      <p:sp>
        <p:nvSpPr>
          <p:cNvPr id="62" name="二等辺三角形 61">
            <a:extLst>
              <a:ext uri="{FF2B5EF4-FFF2-40B4-BE49-F238E27FC236}">
                <a16:creationId xmlns:a16="http://schemas.microsoft.com/office/drawing/2014/main" id="{73A26182-B175-0EB5-7268-8E1A27B2BBB7}"/>
              </a:ext>
            </a:extLst>
          </p:cNvPr>
          <p:cNvSpPr/>
          <p:nvPr/>
        </p:nvSpPr>
        <p:spPr>
          <a:xfrm rot="16200000">
            <a:off x="1979298" y="3113738"/>
            <a:ext cx="953935" cy="514380"/>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二等辺三角形 63">
            <a:extLst>
              <a:ext uri="{FF2B5EF4-FFF2-40B4-BE49-F238E27FC236}">
                <a16:creationId xmlns:a16="http://schemas.microsoft.com/office/drawing/2014/main" id="{5D058439-1A73-A990-01CD-283FF30CD762}"/>
              </a:ext>
            </a:extLst>
          </p:cNvPr>
          <p:cNvSpPr/>
          <p:nvPr/>
        </p:nvSpPr>
        <p:spPr>
          <a:xfrm rot="5400000" flipH="1">
            <a:off x="9258768" y="3113738"/>
            <a:ext cx="953935" cy="514380"/>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テキスト ボックス 65">
            <a:extLst>
              <a:ext uri="{FF2B5EF4-FFF2-40B4-BE49-F238E27FC236}">
                <a16:creationId xmlns:a16="http://schemas.microsoft.com/office/drawing/2014/main" id="{E306EFCC-EF10-1CEC-8F5D-952571AF46BF}"/>
              </a:ext>
            </a:extLst>
          </p:cNvPr>
          <p:cNvSpPr txBox="1"/>
          <p:nvPr/>
        </p:nvSpPr>
        <p:spPr>
          <a:xfrm>
            <a:off x="4454661" y="3013501"/>
            <a:ext cx="3342582" cy="830997"/>
          </a:xfrm>
          <a:prstGeom prst="rect">
            <a:avLst/>
          </a:prstGeom>
          <a:noFill/>
        </p:spPr>
        <p:txBody>
          <a:bodyPr wrap="none" rtlCol="0">
            <a:spAutoFit/>
          </a:bodyPr>
          <a:lstStyle/>
          <a:p>
            <a:pPr algn="ctr"/>
            <a:r>
              <a:rPr lang="ja-JP" altLang="en-US" sz="2400" b="1">
                <a:solidFill>
                  <a:srgbClr val="FF00FF"/>
                </a:solidFill>
                <a:latin typeface="和音 Joyo R" panose="00000500000000000000" pitchFamily="50" charset="-128"/>
                <a:ea typeface="和音 Joyo R" panose="00000500000000000000" pitchFamily="50" charset="-128"/>
              </a:rPr>
              <a:t>バトル</a:t>
            </a:r>
            <a:r>
              <a:rPr kumimoji="1" lang="ja-JP" altLang="en-US" sz="2400" b="1">
                <a:solidFill>
                  <a:srgbClr val="FF00FF"/>
                </a:solidFill>
                <a:latin typeface="和音 Joyo R" panose="00000500000000000000" pitchFamily="50" charset="-128"/>
                <a:ea typeface="和音 Joyo R" panose="00000500000000000000" pitchFamily="50" charset="-128"/>
              </a:rPr>
              <a:t>設定項目を列挙</a:t>
            </a:r>
            <a:br>
              <a:rPr kumimoji="1" lang="en-US" altLang="ja-JP" sz="2400" b="1">
                <a:solidFill>
                  <a:srgbClr val="FF00FF"/>
                </a:solidFill>
                <a:latin typeface="和音 Joyo R" panose="00000500000000000000" pitchFamily="50" charset="-128"/>
                <a:ea typeface="和音 Joyo R" panose="00000500000000000000" pitchFamily="50" charset="-128"/>
              </a:rPr>
            </a:br>
            <a:r>
              <a:rPr kumimoji="1" lang="en-US" altLang="ja-JP" sz="2400" b="1">
                <a:solidFill>
                  <a:srgbClr val="FF00FF"/>
                </a:solidFill>
                <a:latin typeface="和音 Joyo R" panose="00000500000000000000" pitchFamily="50" charset="-128"/>
                <a:ea typeface="和音 Joyo R" panose="00000500000000000000" pitchFamily="50" charset="-128"/>
              </a:rPr>
              <a:t>(</a:t>
            </a:r>
            <a:r>
              <a:rPr kumimoji="1" lang="ja-JP" altLang="en-US" sz="2400" b="1">
                <a:solidFill>
                  <a:srgbClr val="FF00FF"/>
                </a:solidFill>
                <a:latin typeface="和音 Joyo R" panose="00000500000000000000" pitchFamily="50" charset="-128"/>
                <a:ea typeface="和音 Joyo R" panose="00000500000000000000" pitchFamily="50" charset="-128"/>
              </a:rPr>
              <a:t>ここでは割愛</a:t>
            </a:r>
            <a:r>
              <a:rPr kumimoji="1" lang="en-US" altLang="ja-JP" sz="2400" b="1">
                <a:solidFill>
                  <a:srgbClr val="FF00FF"/>
                </a:solidFill>
                <a:latin typeface="和音 Joyo R" panose="00000500000000000000" pitchFamily="50" charset="-128"/>
                <a:ea typeface="和音 Joyo R" panose="00000500000000000000" pitchFamily="50" charset="-128"/>
              </a:rPr>
              <a:t>)</a:t>
            </a:r>
            <a:endParaRPr kumimoji="1" lang="ja-JP" altLang="en-US" sz="3200" b="1" dirty="0">
              <a:solidFill>
                <a:srgbClr val="FF00FF"/>
              </a:solidFill>
              <a:latin typeface="和音 Joyo R" panose="00000500000000000000" pitchFamily="50" charset="-128"/>
              <a:ea typeface="和音 Joyo R" panose="00000500000000000000" pitchFamily="50" charset="-128"/>
            </a:endParaRPr>
          </a:p>
        </p:txBody>
      </p:sp>
      <p:sp>
        <p:nvSpPr>
          <p:cNvPr id="12" name="四角形: 角を丸くする 11">
            <a:extLst>
              <a:ext uri="{FF2B5EF4-FFF2-40B4-BE49-F238E27FC236}">
                <a16:creationId xmlns:a16="http://schemas.microsoft.com/office/drawing/2014/main" id="{1EBAD95F-8989-6A5D-D6AE-7994D02B930E}"/>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14" name="四角形: 角を丸くする 13">
            <a:extLst>
              <a:ext uri="{FF2B5EF4-FFF2-40B4-BE49-F238E27FC236}">
                <a16:creationId xmlns:a16="http://schemas.microsoft.com/office/drawing/2014/main" id="{0C6C049D-1CAB-EDDF-780A-D374D7F84A3A}"/>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テキスト ボックス 29">
            <a:extLst>
              <a:ext uri="{FF2B5EF4-FFF2-40B4-BE49-F238E27FC236}">
                <a16:creationId xmlns:a16="http://schemas.microsoft.com/office/drawing/2014/main" id="{067F5854-8461-DA36-65EB-2E422358A695}"/>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2" name="テキスト ボックス 31">
            <a:extLst>
              <a:ext uri="{FF2B5EF4-FFF2-40B4-BE49-F238E27FC236}">
                <a16:creationId xmlns:a16="http://schemas.microsoft.com/office/drawing/2014/main" id="{2E92F625-C1AA-9728-A27F-8A6FF5328572}"/>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4" name="テキスト ボックス 33">
            <a:extLst>
              <a:ext uri="{FF2B5EF4-FFF2-40B4-BE49-F238E27FC236}">
                <a16:creationId xmlns:a16="http://schemas.microsoft.com/office/drawing/2014/main" id="{3D22C0EB-CC65-0CF7-0304-C38807DDF90C}"/>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6" name="テキスト ボックス 35">
            <a:extLst>
              <a:ext uri="{FF2B5EF4-FFF2-40B4-BE49-F238E27FC236}">
                <a16:creationId xmlns:a16="http://schemas.microsoft.com/office/drawing/2014/main" id="{7BD8B0B7-D89E-E612-B7C6-CBBB7FC44D2A}"/>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40" name="テキスト ボックス 39">
            <a:extLst>
              <a:ext uri="{FF2B5EF4-FFF2-40B4-BE49-F238E27FC236}">
                <a16:creationId xmlns:a16="http://schemas.microsoft.com/office/drawing/2014/main" id="{824FEEEC-B3F2-17F6-3A68-58ED8DF5673E}"/>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42" name="テキスト ボックス 41">
            <a:extLst>
              <a:ext uri="{FF2B5EF4-FFF2-40B4-BE49-F238E27FC236}">
                <a16:creationId xmlns:a16="http://schemas.microsoft.com/office/drawing/2014/main" id="{6E51D66E-F928-E9FC-B2E3-AEEE5D4BC5B7}"/>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 name="正方形/長方形 1">
            <a:extLst>
              <a:ext uri="{FF2B5EF4-FFF2-40B4-BE49-F238E27FC236}">
                <a16:creationId xmlns:a16="http://schemas.microsoft.com/office/drawing/2014/main" id="{25D7A26F-292A-D91B-9F9C-7C2C2D5238DC}"/>
              </a:ext>
            </a:extLst>
          </p:cNvPr>
          <p:cNvSpPr>
            <a:spLocks/>
          </p:cNvSpPr>
          <p:nvPr/>
        </p:nvSpPr>
        <p:spPr>
          <a:xfrm>
            <a:off x="0" y="-1"/>
            <a:ext cx="12192000" cy="6858001"/>
          </a:xfrm>
          <a:prstGeom prst="rect">
            <a:avLst/>
          </a:prstGeom>
          <a:solidFill>
            <a:schemeClr val="tx1">
              <a:lumMod val="85000"/>
              <a:lumOff val="1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四角形: 角を丸くする 3">
            <a:extLst>
              <a:ext uri="{FF2B5EF4-FFF2-40B4-BE49-F238E27FC236}">
                <a16:creationId xmlns:a16="http://schemas.microsoft.com/office/drawing/2014/main" id="{72EE237B-521D-7A54-6AC7-2E4A9E71D55B}"/>
              </a:ext>
            </a:extLst>
          </p:cNvPr>
          <p:cNvSpPr/>
          <p:nvPr/>
        </p:nvSpPr>
        <p:spPr>
          <a:xfrm>
            <a:off x="3159742" y="1823170"/>
            <a:ext cx="5872517" cy="3211661"/>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F3147F5F-ADBF-4FED-AB6F-EBBCBC1D2512}"/>
              </a:ext>
            </a:extLst>
          </p:cNvPr>
          <p:cNvSpPr/>
          <p:nvPr/>
        </p:nvSpPr>
        <p:spPr>
          <a:xfrm>
            <a:off x="6323378" y="3797078"/>
            <a:ext cx="2138224" cy="767022"/>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latin typeface="和音 Joyo R" panose="00000500000000000000" pitchFamily="50" charset="-128"/>
                <a:ea typeface="和音 Joyo R" panose="00000500000000000000" pitchFamily="50" charset="-128"/>
              </a:rPr>
              <a:t>戻す</a:t>
            </a:r>
            <a:endParaRPr lang="ja-JP" altLang="en-US" sz="2400" dirty="0">
              <a:latin typeface="和音 Joyo R" panose="00000500000000000000" pitchFamily="50" charset="-128"/>
              <a:ea typeface="和音 Joyo R" panose="00000500000000000000" pitchFamily="50" charset="-128"/>
            </a:endParaRPr>
          </a:p>
        </p:txBody>
      </p:sp>
      <p:sp>
        <p:nvSpPr>
          <p:cNvPr id="7" name="四角形: 角を丸くする 6">
            <a:extLst>
              <a:ext uri="{FF2B5EF4-FFF2-40B4-BE49-F238E27FC236}">
                <a16:creationId xmlns:a16="http://schemas.microsoft.com/office/drawing/2014/main" id="{FAE1FD9E-0E0E-750E-CC49-6456882660E6}"/>
              </a:ext>
            </a:extLst>
          </p:cNvPr>
          <p:cNvSpPr/>
          <p:nvPr/>
        </p:nvSpPr>
        <p:spPr>
          <a:xfrm>
            <a:off x="3730400" y="3797078"/>
            <a:ext cx="2138224" cy="767022"/>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latin typeface="和音 Joyo R" panose="00000500000000000000" pitchFamily="50" charset="-128"/>
                <a:ea typeface="和音 Joyo R" panose="00000500000000000000" pitchFamily="50" charset="-128"/>
              </a:rPr>
              <a:t>戻さない</a:t>
            </a:r>
            <a:endParaRPr kumimoji="1" lang="ja-JP" altLang="en-US" sz="2400" dirty="0">
              <a:latin typeface="和音 Joyo R" panose="00000500000000000000" pitchFamily="50" charset="-128"/>
              <a:ea typeface="和音 Joyo R" panose="00000500000000000000" pitchFamily="50" charset="-128"/>
            </a:endParaRPr>
          </a:p>
        </p:txBody>
      </p:sp>
      <p:sp>
        <p:nvSpPr>
          <p:cNvPr id="10" name="テキスト ボックス 9">
            <a:extLst>
              <a:ext uri="{FF2B5EF4-FFF2-40B4-BE49-F238E27FC236}">
                <a16:creationId xmlns:a16="http://schemas.microsoft.com/office/drawing/2014/main" id="{70F4C3D5-2613-F095-6226-8CB5D8C86A28}"/>
              </a:ext>
            </a:extLst>
          </p:cNvPr>
          <p:cNvSpPr txBox="1"/>
          <p:nvPr/>
        </p:nvSpPr>
        <p:spPr>
          <a:xfrm>
            <a:off x="3474132" y="2409602"/>
            <a:ext cx="5243744" cy="584775"/>
          </a:xfrm>
          <a:prstGeom prst="rect">
            <a:avLst/>
          </a:prstGeom>
          <a:noFill/>
        </p:spPr>
        <p:txBody>
          <a:bodyPr wrap="none" rtlCol="0">
            <a:spAutoFit/>
          </a:bodyPr>
          <a:lstStyle/>
          <a:p>
            <a:pPr algn="ctr"/>
            <a:r>
              <a:rPr kumimoji="1" lang="ja-JP" altLang="en-US" sz="3200" b="1">
                <a:solidFill>
                  <a:schemeClr val="tx1">
                    <a:lumMod val="85000"/>
                    <a:lumOff val="15000"/>
                  </a:schemeClr>
                </a:solidFill>
                <a:latin typeface="和音 Joyo R" panose="00000500000000000000" pitchFamily="50" charset="-128"/>
                <a:ea typeface="和音 Joyo R" panose="00000500000000000000" pitchFamily="50" charset="-128"/>
              </a:rPr>
              <a:t>デフォルトに戻しますか？</a:t>
            </a:r>
            <a:endParaRPr kumimoji="1" lang="ja-JP" altLang="en-US" sz="4000" b="1" dirty="0">
              <a:solidFill>
                <a:schemeClr val="tx1">
                  <a:lumMod val="85000"/>
                  <a:lumOff val="15000"/>
                </a:schemeClr>
              </a:solidFill>
              <a:latin typeface="和音 Joyo R" panose="00000500000000000000" pitchFamily="50" charset="-128"/>
              <a:ea typeface="和音 Joyo R" panose="00000500000000000000" pitchFamily="50" charset="-128"/>
            </a:endParaRPr>
          </a:p>
        </p:txBody>
      </p:sp>
    </p:spTree>
    <p:extLst>
      <p:ext uri="{BB962C8B-B14F-4D97-AF65-F5344CB8AC3E}">
        <p14:creationId xmlns:p14="http://schemas.microsoft.com/office/powerpoint/2010/main" val="2737474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5D0F5FA-3AFA-54AD-226A-CD5CF237963C}"/>
            </a:ext>
          </a:extLst>
        </p:cNvPr>
        <p:cNvGrpSpPr/>
        <p:nvPr/>
      </p:nvGrpSpPr>
      <p:grpSpPr>
        <a:xfrm>
          <a:off x="0" y="0"/>
          <a:ext cx="0" cy="0"/>
          <a:chOff x="0" y="0"/>
          <a:chExt cx="0" cy="0"/>
        </a:xfrm>
      </p:grpSpPr>
      <p:grpSp>
        <p:nvGrpSpPr>
          <p:cNvPr id="66" name="グループ化 65">
            <a:extLst>
              <a:ext uri="{FF2B5EF4-FFF2-40B4-BE49-F238E27FC236}">
                <a16:creationId xmlns:a16="http://schemas.microsoft.com/office/drawing/2014/main" id="{D22D20ED-963E-63AF-D5E6-28402169878F}"/>
              </a:ext>
            </a:extLst>
          </p:cNvPr>
          <p:cNvGrpSpPr/>
          <p:nvPr/>
        </p:nvGrpSpPr>
        <p:grpSpPr>
          <a:xfrm>
            <a:off x="431675" y="5640918"/>
            <a:ext cx="11328651" cy="929715"/>
            <a:chOff x="431675" y="5640918"/>
            <a:chExt cx="11328651" cy="929715"/>
          </a:xfrm>
        </p:grpSpPr>
        <p:sp>
          <p:nvSpPr>
            <p:cNvPr id="43" name="四角形: 角を丸くする 42">
              <a:extLst>
                <a:ext uri="{FF2B5EF4-FFF2-40B4-BE49-F238E27FC236}">
                  <a16:creationId xmlns:a16="http://schemas.microsoft.com/office/drawing/2014/main" id="{C3929D48-FEBB-6544-7E8F-218E26897B8D}"/>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53" name="四角形: 角を丸くする 52">
              <a:extLst>
                <a:ext uri="{FF2B5EF4-FFF2-40B4-BE49-F238E27FC236}">
                  <a16:creationId xmlns:a16="http://schemas.microsoft.com/office/drawing/2014/main" id="{E062DE64-3C6B-0E5D-BF17-8E5ED381E6F9}"/>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5" name="テキスト ボックス 54">
              <a:extLst>
                <a:ext uri="{FF2B5EF4-FFF2-40B4-BE49-F238E27FC236}">
                  <a16:creationId xmlns:a16="http://schemas.microsoft.com/office/drawing/2014/main" id="{F025639C-7757-C624-6405-97F5FC884E03}"/>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7" name="テキスト ボックス 56">
              <a:extLst>
                <a:ext uri="{FF2B5EF4-FFF2-40B4-BE49-F238E27FC236}">
                  <a16:creationId xmlns:a16="http://schemas.microsoft.com/office/drawing/2014/main" id="{B8E152BB-2ADE-21E9-6A00-262AF798DE2E}"/>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9" name="テキスト ボックス 58">
              <a:extLst>
                <a:ext uri="{FF2B5EF4-FFF2-40B4-BE49-F238E27FC236}">
                  <a16:creationId xmlns:a16="http://schemas.microsoft.com/office/drawing/2014/main" id="{D41312DC-2646-D348-3287-C017F051B65B}"/>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1" name="テキスト ボックス 60">
              <a:extLst>
                <a:ext uri="{FF2B5EF4-FFF2-40B4-BE49-F238E27FC236}">
                  <a16:creationId xmlns:a16="http://schemas.microsoft.com/office/drawing/2014/main" id="{B66D84B6-A882-39F5-0A7E-40712C6F7BB2}"/>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3" name="テキスト ボックス 62">
              <a:extLst>
                <a:ext uri="{FF2B5EF4-FFF2-40B4-BE49-F238E27FC236}">
                  <a16:creationId xmlns:a16="http://schemas.microsoft.com/office/drawing/2014/main" id="{B63B27A4-02BB-A9EF-A8B1-44116842D8FA}"/>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5" name="テキスト ボックス 64">
              <a:extLst>
                <a:ext uri="{FF2B5EF4-FFF2-40B4-BE49-F238E27FC236}">
                  <a16:creationId xmlns:a16="http://schemas.microsoft.com/office/drawing/2014/main" id="{8E5C009D-4294-BF07-85E7-59362943E981}"/>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37" name="四角形: 角を丸くする 36">
            <a:extLst>
              <a:ext uri="{FF2B5EF4-FFF2-40B4-BE49-F238E27FC236}">
                <a16:creationId xmlns:a16="http://schemas.microsoft.com/office/drawing/2014/main" id="{43646B0D-2805-C720-5B62-9403858166B5}"/>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C205D685-6922-F5B5-BB42-8B86A32FD9C5}"/>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5AEC4A5E-B267-3D79-E4EA-B56683E0D024}"/>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861EB9F6-0344-0911-08EE-55C0BEA2B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4380B68B-1B6F-9C3F-7B84-6005F8AC9806}"/>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710BDF8B-BBFC-8110-FF79-E1ACE91827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D6CA2502-11F5-E17F-3480-FB3D6B391ED3}"/>
              </a:ext>
            </a:extLst>
          </p:cNvPr>
          <p:cNvSpPr txBox="1"/>
          <p:nvPr/>
        </p:nvSpPr>
        <p:spPr>
          <a:xfrm>
            <a:off x="1752829" y="641390"/>
            <a:ext cx="1210589" cy="400110"/>
          </a:xfrm>
          <a:prstGeom prst="rect">
            <a:avLst/>
          </a:prstGeom>
          <a:noFill/>
        </p:spPr>
        <p:txBody>
          <a:bodyPr wrap="none" rtlCol="0">
            <a:spAutoFit/>
          </a:bodyPr>
          <a:lstStyle/>
          <a:p>
            <a:pPr algn="ctr"/>
            <a:r>
              <a:rPr kumimoji="1"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メニュー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nvGrpSpPr>
          <p:cNvPr id="52" name="グループ化 51">
            <a:extLst>
              <a:ext uri="{FF2B5EF4-FFF2-40B4-BE49-F238E27FC236}">
                <a16:creationId xmlns:a16="http://schemas.microsoft.com/office/drawing/2014/main" id="{942BC5D1-3B9E-5452-B7B1-F06A017A089F}"/>
              </a:ext>
            </a:extLst>
          </p:cNvPr>
          <p:cNvGrpSpPr/>
          <p:nvPr/>
        </p:nvGrpSpPr>
        <p:grpSpPr>
          <a:xfrm>
            <a:off x="4062697" y="1338943"/>
            <a:ext cx="4066606" cy="3678256"/>
            <a:chOff x="4062697" y="1228836"/>
            <a:chExt cx="4066606" cy="3678256"/>
          </a:xfrm>
        </p:grpSpPr>
        <p:grpSp>
          <p:nvGrpSpPr>
            <p:cNvPr id="45" name="グループ化 44">
              <a:extLst>
                <a:ext uri="{FF2B5EF4-FFF2-40B4-BE49-F238E27FC236}">
                  <a16:creationId xmlns:a16="http://schemas.microsoft.com/office/drawing/2014/main" id="{D768DBF0-AF0A-494B-B226-556DB4516D07}"/>
                </a:ext>
              </a:extLst>
            </p:cNvPr>
            <p:cNvGrpSpPr/>
            <p:nvPr/>
          </p:nvGrpSpPr>
          <p:grpSpPr>
            <a:xfrm>
              <a:off x="4062697" y="1228836"/>
              <a:ext cx="4066606" cy="914400"/>
              <a:chOff x="3917035" y="1105498"/>
              <a:chExt cx="4066606" cy="914400"/>
            </a:xfrm>
          </p:grpSpPr>
          <p:sp>
            <p:nvSpPr>
              <p:cNvPr id="30" name="六角形 29">
                <a:extLst>
                  <a:ext uri="{FF2B5EF4-FFF2-40B4-BE49-F238E27FC236}">
                    <a16:creationId xmlns:a16="http://schemas.microsoft.com/office/drawing/2014/main" id="{0C5E6EE1-AE35-059B-C22B-4A87A97CC348}"/>
                  </a:ext>
                </a:extLst>
              </p:cNvPr>
              <p:cNvSpPr/>
              <p:nvPr/>
            </p:nvSpPr>
            <p:spPr>
              <a:xfrm>
                <a:off x="3917035" y="1105498"/>
                <a:ext cx="4066606" cy="914400"/>
              </a:xfrm>
              <a:prstGeom prst="hexagon">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4892938A-EE04-E248-FBA9-244759145EF0}"/>
                  </a:ext>
                </a:extLst>
              </p:cNvPr>
              <p:cNvSpPr txBox="1"/>
              <p:nvPr/>
            </p:nvSpPr>
            <p:spPr>
              <a:xfrm>
                <a:off x="5088564" y="1331866"/>
                <a:ext cx="1723549" cy="461665"/>
              </a:xfrm>
              <a:prstGeom prst="rect">
                <a:avLst/>
              </a:prstGeom>
              <a:noFill/>
            </p:spPr>
            <p:txBody>
              <a:bodyPr wrap="none" rtlCol="0">
                <a:spAutoFit/>
              </a:bodyPr>
              <a:lstStyle/>
              <a:p>
                <a:pPr algn="ct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ゲーム設定</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grpSp>
          <p:nvGrpSpPr>
            <p:cNvPr id="46" name="グループ化 45">
              <a:extLst>
                <a:ext uri="{FF2B5EF4-FFF2-40B4-BE49-F238E27FC236}">
                  <a16:creationId xmlns:a16="http://schemas.microsoft.com/office/drawing/2014/main" id="{6F679EFB-590E-A00C-BE9F-27C87206669F}"/>
                </a:ext>
              </a:extLst>
            </p:cNvPr>
            <p:cNvGrpSpPr/>
            <p:nvPr/>
          </p:nvGrpSpPr>
          <p:grpSpPr>
            <a:xfrm>
              <a:off x="4062697" y="2610764"/>
              <a:ext cx="4066606" cy="914400"/>
              <a:chOff x="3917035" y="1105498"/>
              <a:chExt cx="4066606" cy="914400"/>
            </a:xfrm>
          </p:grpSpPr>
          <p:sp>
            <p:nvSpPr>
              <p:cNvPr id="47" name="六角形 46">
                <a:extLst>
                  <a:ext uri="{FF2B5EF4-FFF2-40B4-BE49-F238E27FC236}">
                    <a16:creationId xmlns:a16="http://schemas.microsoft.com/office/drawing/2014/main" id="{7FAABC21-1301-C793-FFD8-0D3CFA8C3670}"/>
                  </a:ext>
                </a:extLst>
              </p:cNvPr>
              <p:cNvSpPr/>
              <p:nvPr/>
            </p:nvSpPr>
            <p:spPr>
              <a:xfrm>
                <a:off x="3917035" y="1105498"/>
                <a:ext cx="4066606" cy="914400"/>
              </a:xfrm>
              <a:prstGeom prst="hexagon">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D585FD6D-1187-509E-464A-62440AEE45B1}"/>
                  </a:ext>
                </a:extLst>
              </p:cNvPr>
              <p:cNvSpPr txBox="1"/>
              <p:nvPr/>
            </p:nvSpPr>
            <p:spPr>
              <a:xfrm>
                <a:off x="4780789" y="1331866"/>
                <a:ext cx="2339102" cy="461665"/>
              </a:xfrm>
              <a:prstGeom prst="rect">
                <a:avLst/>
              </a:prstGeom>
              <a:noFill/>
            </p:spPr>
            <p:txBody>
              <a:bodyPr wrap="none" rtlCol="0">
                <a:spAutoFit/>
              </a:bodyPr>
              <a:lstStyle/>
              <a:p>
                <a:pPr algn="ct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タイトルへ戻る</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grpSp>
          <p:nvGrpSpPr>
            <p:cNvPr id="49" name="グループ化 48">
              <a:extLst>
                <a:ext uri="{FF2B5EF4-FFF2-40B4-BE49-F238E27FC236}">
                  <a16:creationId xmlns:a16="http://schemas.microsoft.com/office/drawing/2014/main" id="{B32E41CA-8EA8-BBBA-2465-7D8AC59A193A}"/>
                </a:ext>
              </a:extLst>
            </p:cNvPr>
            <p:cNvGrpSpPr/>
            <p:nvPr/>
          </p:nvGrpSpPr>
          <p:grpSpPr>
            <a:xfrm>
              <a:off x="4062697" y="3992692"/>
              <a:ext cx="4066606" cy="914400"/>
              <a:chOff x="3917035" y="1105498"/>
              <a:chExt cx="4066606" cy="914400"/>
            </a:xfrm>
          </p:grpSpPr>
          <p:sp>
            <p:nvSpPr>
              <p:cNvPr id="50" name="六角形 49">
                <a:extLst>
                  <a:ext uri="{FF2B5EF4-FFF2-40B4-BE49-F238E27FC236}">
                    <a16:creationId xmlns:a16="http://schemas.microsoft.com/office/drawing/2014/main" id="{2C651EC6-7FC3-D91A-DAFD-E9A5890A7BB0}"/>
                  </a:ext>
                </a:extLst>
              </p:cNvPr>
              <p:cNvSpPr/>
              <p:nvPr/>
            </p:nvSpPr>
            <p:spPr>
              <a:xfrm>
                <a:off x="3917035" y="1105498"/>
                <a:ext cx="4066606" cy="914400"/>
              </a:xfrm>
              <a:prstGeom prst="hexagon">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39CB0030-684C-465B-2344-87D10D9721EC}"/>
                  </a:ext>
                </a:extLst>
              </p:cNvPr>
              <p:cNvSpPr txBox="1"/>
              <p:nvPr/>
            </p:nvSpPr>
            <p:spPr>
              <a:xfrm>
                <a:off x="5242456" y="1331866"/>
                <a:ext cx="1415772" cy="461665"/>
              </a:xfrm>
              <a:prstGeom prst="rect">
                <a:avLst/>
              </a:prstGeom>
              <a:noFill/>
            </p:spPr>
            <p:txBody>
              <a:bodyPr wrap="none" rtlCol="0">
                <a:spAutoFit/>
              </a:bodyPr>
              <a:lstStyle/>
              <a:p>
                <a:pPr algn="ct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アイテム</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grpSp>
      <p:sp>
        <p:nvSpPr>
          <p:cNvPr id="71" name="正方形/長方形 70">
            <a:extLst>
              <a:ext uri="{FF2B5EF4-FFF2-40B4-BE49-F238E27FC236}">
                <a16:creationId xmlns:a16="http://schemas.microsoft.com/office/drawing/2014/main" id="{F337426F-D9FC-0DE2-83F4-A78C10344C07}"/>
              </a:ext>
            </a:extLst>
          </p:cNvPr>
          <p:cNvSpPr>
            <a:spLocks/>
          </p:cNvSpPr>
          <p:nvPr/>
        </p:nvSpPr>
        <p:spPr>
          <a:xfrm>
            <a:off x="0" y="-1"/>
            <a:ext cx="12192000" cy="6858001"/>
          </a:xfrm>
          <a:prstGeom prst="rect">
            <a:avLst/>
          </a:prstGeom>
          <a:solidFill>
            <a:schemeClr val="tx1">
              <a:lumMod val="85000"/>
              <a:lumOff val="1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9" name="グループ化 68">
            <a:extLst>
              <a:ext uri="{FF2B5EF4-FFF2-40B4-BE49-F238E27FC236}">
                <a16:creationId xmlns:a16="http://schemas.microsoft.com/office/drawing/2014/main" id="{FF0F0DB6-3C05-ECF1-2810-E2144FB41732}"/>
              </a:ext>
            </a:extLst>
          </p:cNvPr>
          <p:cNvGrpSpPr/>
          <p:nvPr/>
        </p:nvGrpSpPr>
        <p:grpSpPr>
          <a:xfrm>
            <a:off x="3159742" y="1823170"/>
            <a:ext cx="5872517" cy="3211661"/>
            <a:chOff x="3159742" y="1823170"/>
            <a:chExt cx="5872517" cy="3211661"/>
          </a:xfrm>
        </p:grpSpPr>
        <p:sp>
          <p:nvSpPr>
            <p:cNvPr id="14" name="四角形: 角を丸くする 13">
              <a:extLst>
                <a:ext uri="{FF2B5EF4-FFF2-40B4-BE49-F238E27FC236}">
                  <a16:creationId xmlns:a16="http://schemas.microsoft.com/office/drawing/2014/main" id="{D5D542BA-8571-CE94-3001-950774CA8292}"/>
                </a:ext>
              </a:extLst>
            </p:cNvPr>
            <p:cNvSpPr/>
            <p:nvPr/>
          </p:nvSpPr>
          <p:spPr>
            <a:xfrm>
              <a:off x="3159742" y="1823170"/>
              <a:ext cx="5872517" cy="3211661"/>
            </a:xfrm>
            <a:prstGeom prst="roundRect">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08B442E-4B31-821E-631B-6D75F9AE882F}"/>
                </a:ext>
              </a:extLst>
            </p:cNvPr>
            <p:cNvSpPr txBox="1"/>
            <p:nvPr/>
          </p:nvSpPr>
          <p:spPr>
            <a:xfrm>
              <a:off x="3684928" y="2384084"/>
              <a:ext cx="4822154" cy="584775"/>
            </a:xfrm>
            <a:prstGeom prst="rect">
              <a:avLst/>
            </a:prstGeom>
            <a:noFill/>
          </p:spPr>
          <p:txBody>
            <a:bodyPr wrap="none" rtlCol="0">
              <a:spAutoFit/>
            </a:bodyPr>
            <a:lstStyle/>
            <a:p>
              <a:pPr algn="ctr"/>
              <a:r>
                <a:rPr kumimoji="1" lang="ja-JP" altLang="en-US" sz="3200" b="1">
                  <a:solidFill>
                    <a:schemeClr val="tx1">
                      <a:lumMod val="85000"/>
                      <a:lumOff val="15000"/>
                    </a:schemeClr>
                  </a:solidFill>
                  <a:latin typeface="和音 Joyo R" panose="00000500000000000000" pitchFamily="50" charset="-128"/>
                  <a:ea typeface="和音 Joyo R" panose="00000500000000000000" pitchFamily="50" charset="-128"/>
                </a:rPr>
                <a:t>タイトルに</a:t>
              </a:r>
              <a:r>
                <a:rPr lang="ja-JP" altLang="en-US" sz="3200" b="1">
                  <a:solidFill>
                    <a:schemeClr val="tx1">
                      <a:lumMod val="85000"/>
                      <a:lumOff val="15000"/>
                    </a:schemeClr>
                  </a:solidFill>
                  <a:latin typeface="和音 Joyo R" panose="00000500000000000000" pitchFamily="50" charset="-128"/>
                  <a:ea typeface="和音 Joyo R" panose="00000500000000000000" pitchFamily="50" charset="-128"/>
                </a:rPr>
                <a:t>戻りますか？</a:t>
              </a:r>
              <a:endParaRPr kumimoji="1" lang="ja-JP" altLang="en-US" sz="4000" b="1" dirty="0">
                <a:solidFill>
                  <a:schemeClr val="tx1">
                    <a:lumMod val="85000"/>
                    <a:lumOff val="15000"/>
                  </a:schemeClr>
                </a:solidFill>
                <a:latin typeface="和音 Joyo R" panose="00000500000000000000" pitchFamily="50" charset="-128"/>
                <a:ea typeface="和音 Joyo R" panose="00000500000000000000" pitchFamily="50" charset="-128"/>
              </a:endParaRPr>
            </a:p>
          </p:txBody>
        </p:sp>
        <p:sp>
          <p:nvSpPr>
            <p:cNvPr id="18" name="四角形: 角を丸くする 17">
              <a:extLst>
                <a:ext uri="{FF2B5EF4-FFF2-40B4-BE49-F238E27FC236}">
                  <a16:creationId xmlns:a16="http://schemas.microsoft.com/office/drawing/2014/main" id="{64F85765-1F77-BF4E-8E77-89DB21878CC7}"/>
                </a:ext>
              </a:extLst>
            </p:cNvPr>
            <p:cNvSpPr/>
            <p:nvPr/>
          </p:nvSpPr>
          <p:spPr>
            <a:xfrm>
              <a:off x="6323378" y="3797078"/>
              <a:ext cx="2138224" cy="767022"/>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latin typeface="和音 Joyo R" panose="00000500000000000000" pitchFamily="50" charset="-128"/>
                  <a:ea typeface="和音 Joyo R" panose="00000500000000000000" pitchFamily="50" charset="-128"/>
                </a:rPr>
                <a:t>はい</a:t>
              </a:r>
              <a:endParaRPr kumimoji="1" lang="ja-JP" altLang="en-US" sz="2400" dirty="0">
                <a:latin typeface="和音 Joyo R" panose="00000500000000000000" pitchFamily="50" charset="-128"/>
                <a:ea typeface="和音 Joyo R" panose="00000500000000000000" pitchFamily="50" charset="-128"/>
              </a:endParaRPr>
            </a:p>
          </p:txBody>
        </p:sp>
        <p:sp>
          <p:nvSpPr>
            <p:cNvPr id="20" name="四角形: 角を丸くする 19">
              <a:extLst>
                <a:ext uri="{FF2B5EF4-FFF2-40B4-BE49-F238E27FC236}">
                  <a16:creationId xmlns:a16="http://schemas.microsoft.com/office/drawing/2014/main" id="{08177236-5102-3606-D4D4-2A583E765980}"/>
                </a:ext>
              </a:extLst>
            </p:cNvPr>
            <p:cNvSpPr/>
            <p:nvPr/>
          </p:nvSpPr>
          <p:spPr>
            <a:xfrm>
              <a:off x="3730400" y="3797078"/>
              <a:ext cx="2138224" cy="767022"/>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latin typeface="和音 Joyo R" panose="00000500000000000000" pitchFamily="50" charset="-128"/>
                  <a:ea typeface="和音 Joyo R" panose="00000500000000000000" pitchFamily="50" charset="-128"/>
                </a:rPr>
                <a:t>いいえ</a:t>
              </a:r>
              <a:endParaRPr kumimoji="1" lang="ja-JP" altLang="en-US" sz="2400" dirty="0">
                <a:latin typeface="和音 Joyo R" panose="00000500000000000000" pitchFamily="50" charset="-128"/>
                <a:ea typeface="和音 Joyo R" panose="00000500000000000000" pitchFamily="50" charset="-128"/>
              </a:endParaRPr>
            </a:p>
          </p:txBody>
        </p:sp>
        <p:sp>
          <p:nvSpPr>
            <p:cNvPr id="22" name="テキスト ボックス 21">
              <a:extLst>
                <a:ext uri="{FF2B5EF4-FFF2-40B4-BE49-F238E27FC236}">
                  <a16:creationId xmlns:a16="http://schemas.microsoft.com/office/drawing/2014/main" id="{105187A8-3B4C-8208-B92F-7A53830150FA}"/>
                </a:ext>
              </a:extLst>
            </p:cNvPr>
            <p:cNvSpPr txBox="1"/>
            <p:nvPr/>
          </p:nvSpPr>
          <p:spPr>
            <a:xfrm>
              <a:off x="3393978" y="3112065"/>
              <a:ext cx="5404043" cy="369332"/>
            </a:xfrm>
            <a:prstGeom prst="rect">
              <a:avLst/>
            </a:prstGeom>
            <a:noFill/>
          </p:spPr>
          <p:txBody>
            <a:bodyPr wrap="none" rtlCol="0">
              <a:spAutoFit/>
            </a:bodyPr>
            <a:lstStyle/>
            <a:p>
              <a:pPr algn="ctr"/>
              <a:r>
                <a:rPr kumimoji="1" lang="en-US" altLang="ja-JP" b="1">
                  <a:solidFill>
                    <a:srgbClr val="C00000"/>
                  </a:solidFill>
                  <a:latin typeface="和音 Joyo R" panose="00000500000000000000" pitchFamily="50" charset="-128"/>
                  <a:ea typeface="和音 Joyo R" panose="00000500000000000000" pitchFamily="50" charset="-128"/>
                </a:rPr>
                <a:t>※</a:t>
              </a:r>
              <a:r>
                <a:rPr kumimoji="1" lang="ja-JP" altLang="en-US" b="1">
                  <a:solidFill>
                    <a:srgbClr val="C00000"/>
                  </a:solidFill>
                  <a:latin typeface="和音 Joyo R" panose="00000500000000000000" pitchFamily="50" charset="-128"/>
                  <a:ea typeface="和音 Joyo R" panose="00000500000000000000" pitchFamily="50" charset="-128"/>
                </a:rPr>
                <a:t>セーブしていないデータは消えてしまいます。</a:t>
              </a:r>
              <a:endParaRPr kumimoji="1" lang="ja-JP" altLang="en-US" sz="2400" b="1" dirty="0">
                <a:solidFill>
                  <a:srgbClr val="C00000"/>
                </a:solidFill>
                <a:latin typeface="和音 Joyo R" panose="00000500000000000000" pitchFamily="50" charset="-128"/>
                <a:ea typeface="和音 Joyo R" panose="00000500000000000000" pitchFamily="50" charset="-128"/>
              </a:endParaRPr>
            </a:p>
          </p:txBody>
        </p:sp>
      </p:grpSp>
    </p:spTree>
    <p:extLst>
      <p:ext uri="{BB962C8B-B14F-4D97-AF65-F5344CB8AC3E}">
        <p14:creationId xmlns:p14="http://schemas.microsoft.com/office/powerpoint/2010/main" val="1746229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68092A9C-B29B-FA04-2F38-1FBFC3092DD2}"/>
              </a:ext>
            </a:extLst>
          </p:cNvPr>
          <p:cNvSpPr>
            <a:spLocks/>
          </p:cNvSpPr>
          <p:nvPr/>
        </p:nvSpPr>
        <p:spPr>
          <a:xfrm>
            <a:off x="0" y="-1"/>
            <a:ext cx="12192000" cy="6858001"/>
          </a:xfrm>
          <a:prstGeom prst="rect">
            <a:avLst/>
          </a:prstGeom>
          <a:solidFill>
            <a:schemeClr val="tx1">
              <a:lumMod val="85000"/>
              <a:lumOff val="1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BD888F8D-5280-88E7-C924-3BC9ADB13DF3}"/>
              </a:ext>
            </a:extLst>
          </p:cNvPr>
          <p:cNvGrpSpPr/>
          <p:nvPr/>
        </p:nvGrpSpPr>
        <p:grpSpPr>
          <a:xfrm>
            <a:off x="2616038" y="1823170"/>
            <a:ext cx="6959925" cy="3211661"/>
            <a:chOff x="2616038" y="1823170"/>
            <a:chExt cx="6959925" cy="3211661"/>
          </a:xfrm>
        </p:grpSpPr>
        <p:sp>
          <p:nvSpPr>
            <p:cNvPr id="7" name="四角形: 角を丸くする 6">
              <a:extLst>
                <a:ext uri="{FF2B5EF4-FFF2-40B4-BE49-F238E27FC236}">
                  <a16:creationId xmlns:a16="http://schemas.microsoft.com/office/drawing/2014/main" id="{78A02471-C308-C9C8-5656-D367263F8DDE}"/>
                </a:ext>
              </a:extLst>
            </p:cNvPr>
            <p:cNvSpPr/>
            <p:nvPr/>
          </p:nvSpPr>
          <p:spPr>
            <a:xfrm>
              <a:off x="2616038" y="1823170"/>
              <a:ext cx="6959925" cy="3211661"/>
            </a:xfrm>
            <a:prstGeom prst="roundRect">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229B724E-8AA0-7083-DAD4-886A10D722D7}"/>
                </a:ext>
              </a:extLst>
            </p:cNvPr>
            <p:cNvSpPr txBox="1"/>
            <p:nvPr/>
          </p:nvSpPr>
          <p:spPr>
            <a:xfrm>
              <a:off x="3052547" y="2384084"/>
              <a:ext cx="6086923" cy="584775"/>
            </a:xfrm>
            <a:prstGeom prst="rect">
              <a:avLst/>
            </a:prstGeom>
            <a:noFill/>
          </p:spPr>
          <p:txBody>
            <a:bodyPr wrap="none" rtlCol="0">
              <a:spAutoFit/>
            </a:bodyPr>
            <a:lstStyle/>
            <a:p>
              <a:pPr algn="ctr"/>
              <a:r>
                <a:rPr lang="ja-JP" altLang="en-US" sz="3200" b="1">
                  <a:solidFill>
                    <a:schemeClr val="tx1">
                      <a:lumMod val="85000"/>
                      <a:lumOff val="15000"/>
                    </a:schemeClr>
                  </a:solidFill>
                  <a:latin typeface="和音 Joyo R" panose="00000500000000000000" pitchFamily="50" charset="-128"/>
                  <a:ea typeface="和音 Joyo R" panose="00000500000000000000" pitchFamily="50" charset="-128"/>
                </a:rPr>
                <a:t>受け取り可能な報酬があります</a:t>
              </a:r>
              <a:endParaRPr kumimoji="1" lang="ja-JP" altLang="en-US" sz="4000" b="1" dirty="0">
                <a:solidFill>
                  <a:schemeClr val="tx1">
                    <a:lumMod val="85000"/>
                    <a:lumOff val="15000"/>
                  </a:schemeClr>
                </a:solidFill>
                <a:latin typeface="和音 Joyo R" panose="00000500000000000000" pitchFamily="50" charset="-128"/>
                <a:ea typeface="和音 Joyo R" panose="00000500000000000000" pitchFamily="50" charset="-128"/>
              </a:endParaRPr>
            </a:p>
          </p:txBody>
        </p:sp>
        <p:sp>
          <p:nvSpPr>
            <p:cNvPr id="9" name="四角形: 角を丸くする 8">
              <a:extLst>
                <a:ext uri="{FF2B5EF4-FFF2-40B4-BE49-F238E27FC236}">
                  <a16:creationId xmlns:a16="http://schemas.microsoft.com/office/drawing/2014/main" id="{FB04B816-CA10-9C1A-9323-2EDEAD6DC528}"/>
                </a:ext>
              </a:extLst>
            </p:cNvPr>
            <p:cNvSpPr/>
            <p:nvPr/>
          </p:nvSpPr>
          <p:spPr>
            <a:xfrm>
              <a:off x="6323378" y="3797078"/>
              <a:ext cx="2138224" cy="767022"/>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latin typeface="和音 Joyo R" panose="00000500000000000000" pitchFamily="50" charset="-128"/>
                  <a:ea typeface="和音 Joyo R" panose="00000500000000000000" pitchFamily="50" charset="-128"/>
                </a:rPr>
                <a:t>受け取る</a:t>
              </a:r>
              <a:endParaRPr kumimoji="1" lang="ja-JP" altLang="en-US" sz="2400" dirty="0">
                <a:latin typeface="和音 Joyo R" panose="00000500000000000000" pitchFamily="50" charset="-128"/>
                <a:ea typeface="和音 Joyo R" panose="00000500000000000000" pitchFamily="50" charset="-128"/>
              </a:endParaRPr>
            </a:p>
          </p:txBody>
        </p:sp>
        <p:sp>
          <p:nvSpPr>
            <p:cNvPr id="10" name="四角形: 角を丸くする 9">
              <a:extLst>
                <a:ext uri="{FF2B5EF4-FFF2-40B4-BE49-F238E27FC236}">
                  <a16:creationId xmlns:a16="http://schemas.microsoft.com/office/drawing/2014/main" id="{3C3AB643-659C-4D9D-0118-2B944B79392F}"/>
                </a:ext>
              </a:extLst>
            </p:cNvPr>
            <p:cNvSpPr/>
            <p:nvPr/>
          </p:nvSpPr>
          <p:spPr>
            <a:xfrm>
              <a:off x="3730400" y="3797078"/>
              <a:ext cx="2138224" cy="767022"/>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latin typeface="和音 Joyo R" panose="00000500000000000000" pitchFamily="50" charset="-128"/>
                  <a:ea typeface="和音 Joyo R" panose="00000500000000000000" pitchFamily="50" charset="-128"/>
                </a:rPr>
                <a:t>受け取らない</a:t>
              </a:r>
              <a:endParaRPr kumimoji="1" lang="ja-JP" altLang="en-US" sz="2400" dirty="0">
                <a:latin typeface="和音 Joyo R" panose="00000500000000000000" pitchFamily="50" charset="-128"/>
                <a:ea typeface="和音 Joyo R" panose="00000500000000000000" pitchFamily="50" charset="-128"/>
              </a:endParaRPr>
            </a:p>
          </p:txBody>
        </p:sp>
        <p:sp>
          <p:nvSpPr>
            <p:cNvPr id="11" name="テキスト ボックス 10">
              <a:extLst>
                <a:ext uri="{FF2B5EF4-FFF2-40B4-BE49-F238E27FC236}">
                  <a16:creationId xmlns:a16="http://schemas.microsoft.com/office/drawing/2014/main" id="{BAFD4BED-0A03-3399-6928-159C738B48C4}"/>
                </a:ext>
              </a:extLst>
            </p:cNvPr>
            <p:cNvSpPr txBox="1"/>
            <p:nvPr/>
          </p:nvSpPr>
          <p:spPr>
            <a:xfrm>
              <a:off x="2800874" y="3112065"/>
              <a:ext cx="6590267" cy="369332"/>
            </a:xfrm>
            <a:prstGeom prst="rect">
              <a:avLst/>
            </a:prstGeom>
            <a:noFill/>
          </p:spPr>
          <p:txBody>
            <a:bodyPr wrap="none" rtlCol="0">
              <a:spAutoFit/>
            </a:bodyPr>
            <a:lstStyle/>
            <a:p>
              <a:pPr algn="ctr"/>
              <a:r>
                <a:rPr kumimoji="1" lang="en-US" altLang="ja-JP" b="1">
                  <a:solidFill>
                    <a:srgbClr val="C00000"/>
                  </a:solidFill>
                  <a:latin typeface="和音 Joyo R" panose="00000500000000000000" pitchFamily="50" charset="-128"/>
                  <a:ea typeface="和音 Joyo R" panose="00000500000000000000" pitchFamily="50" charset="-128"/>
                </a:rPr>
                <a:t>※</a:t>
              </a:r>
              <a:r>
                <a:rPr kumimoji="1" lang="ja-JP" altLang="en-US" b="1">
                  <a:solidFill>
                    <a:srgbClr val="C00000"/>
                  </a:solidFill>
                  <a:latin typeface="和音 Joyo R" panose="00000500000000000000" pitchFamily="50" charset="-128"/>
                  <a:ea typeface="和音 Joyo R" panose="00000500000000000000" pitchFamily="50" charset="-128"/>
                </a:rPr>
                <a:t>このまま進行すると、リミットミッションが更新されます</a:t>
              </a:r>
              <a:endParaRPr kumimoji="1" lang="ja-JP" altLang="en-US" sz="2400" b="1" dirty="0">
                <a:solidFill>
                  <a:srgbClr val="C00000"/>
                </a:solidFill>
                <a:latin typeface="和音 Joyo R" panose="00000500000000000000" pitchFamily="50" charset="-128"/>
                <a:ea typeface="和音 Joyo R" panose="00000500000000000000" pitchFamily="50" charset="-128"/>
              </a:endParaRPr>
            </a:p>
          </p:txBody>
        </p:sp>
      </p:grpSp>
    </p:spTree>
    <p:extLst>
      <p:ext uri="{BB962C8B-B14F-4D97-AF65-F5344CB8AC3E}">
        <p14:creationId xmlns:p14="http://schemas.microsoft.com/office/powerpoint/2010/main" val="1109342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9B48975-597A-0777-69CD-E54731DEC11B}"/>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0A16323E-AF91-CFD6-8300-DF135AD527F1}"/>
              </a:ext>
            </a:extLst>
          </p:cNvPr>
          <p:cNvSpPr/>
          <p:nvPr/>
        </p:nvSpPr>
        <p:spPr>
          <a:xfrm>
            <a:off x="1698342" y="1327454"/>
            <a:ext cx="8795316" cy="4056319"/>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grpSp>
        <p:nvGrpSpPr>
          <p:cNvPr id="66" name="グループ化 65">
            <a:extLst>
              <a:ext uri="{FF2B5EF4-FFF2-40B4-BE49-F238E27FC236}">
                <a16:creationId xmlns:a16="http://schemas.microsoft.com/office/drawing/2014/main" id="{4C395929-334F-6A81-B465-BA7F4D0D77E3}"/>
              </a:ext>
            </a:extLst>
          </p:cNvPr>
          <p:cNvGrpSpPr/>
          <p:nvPr/>
        </p:nvGrpSpPr>
        <p:grpSpPr>
          <a:xfrm>
            <a:off x="431675" y="5640918"/>
            <a:ext cx="11328651" cy="929715"/>
            <a:chOff x="431675" y="5640918"/>
            <a:chExt cx="11328651" cy="929715"/>
          </a:xfrm>
        </p:grpSpPr>
        <p:sp>
          <p:nvSpPr>
            <p:cNvPr id="43" name="四角形: 角を丸くする 42">
              <a:extLst>
                <a:ext uri="{FF2B5EF4-FFF2-40B4-BE49-F238E27FC236}">
                  <a16:creationId xmlns:a16="http://schemas.microsoft.com/office/drawing/2014/main" id="{14D7264C-5F5A-C79D-3147-B323A8A7A3FF}"/>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53" name="四角形: 角を丸くする 52">
              <a:extLst>
                <a:ext uri="{FF2B5EF4-FFF2-40B4-BE49-F238E27FC236}">
                  <a16:creationId xmlns:a16="http://schemas.microsoft.com/office/drawing/2014/main" id="{3B79202F-46B9-9B51-CA64-89563D03FD0D}"/>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5" name="テキスト ボックス 54">
              <a:extLst>
                <a:ext uri="{FF2B5EF4-FFF2-40B4-BE49-F238E27FC236}">
                  <a16:creationId xmlns:a16="http://schemas.microsoft.com/office/drawing/2014/main" id="{67FF6AA5-F3C3-08BE-39D1-ED8BC5569170}"/>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7" name="テキスト ボックス 56">
              <a:extLst>
                <a:ext uri="{FF2B5EF4-FFF2-40B4-BE49-F238E27FC236}">
                  <a16:creationId xmlns:a16="http://schemas.microsoft.com/office/drawing/2014/main" id="{3662E95F-AA97-1C5D-55A6-83E5C6BDF2B1}"/>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9" name="テキスト ボックス 58">
              <a:extLst>
                <a:ext uri="{FF2B5EF4-FFF2-40B4-BE49-F238E27FC236}">
                  <a16:creationId xmlns:a16="http://schemas.microsoft.com/office/drawing/2014/main" id="{1732D4FF-108A-523A-B977-AC7BA6101882}"/>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1" name="テキスト ボックス 60">
              <a:extLst>
                <a:ext uri="{FF2B5EF4-FFF2-40B4-BE49-F238E27FC236}">
                  <a16:creationId xmlns:a16="http://schemas.microsoft.com/office/drawing/2014/main" id="{D30B4173-2977-C71B-24C1-DF6D45117E1B}"/>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3" name="テキスト ボックス 62">
              <a:extLst>
                <a:ext uri="{FF2B5EF4-FFF2-40B4-BE49-F238E27FC236}">
                  <a16:creationId xmlns:a16="http://schemas.microsoft.com/office/drawing/2014/main" id="{15B15F1F-096E-95EA-D111-01F989FD693E}"/>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5" name="テキスト ボックス 64">
              <a:extLst>
                <a:ext uri="{FF2B5EF4-FFF2-40B4-BE49-F238E27FC236}">
                  <a16:creationId xmlns:a16="http://schemas.microsoft.com/office/drawing/2014/main" id="{1DB59DAD-86F2-E9F8-68C4-89E826A04F43}"/>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37" name="四角形: 角を丸くする 36">
            <a:extLst>
              <a:ext uri="{FF2B5EF4-FFF2-40B4-BE49-F238E27FC236}">
                <a16:creationId xmlns:a16="http://schemas.microsoft.com/office/drawing/2014/main" id="{FDAF85CD-B457-FB8E-D02A-91405A7A81E4}"/>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CE9ECA23-DCF9-9E6B-76AC-5EF52D2B6CFB}"/>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0C482299-172B-DFB4-14B1-C493E407787D}"/>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0C4E1E6A-55FD-309C-C1B7-FCB4B63340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EF13C8ED-B07D-2417-DA93-0E8A94E805BC}"/>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AF93BB72-1B86-3927-10C0-6CF9480AD1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FAF0E1BC-8615-5719-869F-BF0B37E97669}"/>
              </a:ext>
            </a:extLst>
          </p:cNvPr>
          <p:cNvSpPr txBox="1"/>
          <p:nvPr/>
        </p:nvSpPr>
        <p:spPr>
          <a:xfrm>
            <a:off x="1752829" y="641390"/>
            <a:ext cx="1210588" cy="400110"/>
          </a:xfrm>
          <a:prstGeom prst="rect">
            <a:avLst/>
          </a:prstGeom>
          <a:noFill/>
        </p:spPr>
        <p:txBody>
          <a:bodyPr wrap="none" rtlCol="0">
            <a:spAutoFit/>
          </a:bodyPr>
          <a:lstStyle/>
          <a:p>
            <a:pPr algn="ctr"/>
            <a:r>
              <a:rPr kumimoji="1"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アイテム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 name="四角形: 角を丸くする 4">
            <a:extLst>
              <a:ext uri="{FF2B5EF4-FFF2-40B4-BE49-F238E27FC236}">
                <a16:creationId xmlns:a16="http://schemas.microsoft.com/office/drawing/2014/main" id="{91887811-9BED-242E-CB0D-94DDC03C94AA}"/>
              </a:ext>
            </a:extLst>
          </p:cNvPr>
          <p:cNvSpPr/>
          <p:nvPr/>
        </p:nvSpPr>
        <p:spPr>
          <a:xfrm>
            <a:off x="2051021" y="3014639"/>
            <a:ext cx="1545081" cy="712577"/>
          </a:xfrm>
          <a:prstGeom prst="roundRect">
            <a:avLst>
              <a:gd name="adj" fmla="val 9765"/>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素材</a:t>
            </a:r>
          </a:p>
        </p:txBody>
      </p:sp>
      <p:sp>
        <p:nvSpPr>
          <p:cNvPr id="7" name="四角形: 角を丸くする 6">
            <a:extLst>
              <a:ext uri="{FF2B5EF4-FFF2-40B4-BE49-F238E27FC236}">
                <a16:creationId xmlns:a16="http://schemas.microsoft.com/office/drawing/2014/main" id="{208AA265-29D2-EC09-6DFB-0586342EB5E0}"/>
              </a:ext>
            </a:extLst>
          </p:cNvPr>
          <p:cNvSpPr/>
          <p:nvPr/>
        </p:nvSpPr>
        <p:spPr>
          <a:xfrm>
            <a:off x="2051021" y="1871154"/>
            <a:ext cx="1545081" cy="712577"/>
          </a:xfrm>
          <a:prstGeom prst="roundRect">
            <a:avLst>
              <a:gd name="adj" fmla="val 9765"/>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rPr>
              <a:t>消費</a:t>
            </a:r>
          </a:p>
        </p:txBody>
      </p:sp>
      <p:sp>
        <p:nvSpPr>
          <p:cNvPr id="9" name="四角形: 角を丸くする 8">
            <a:extLst>
              <a:ext uri="{FF2B5EF4-FFF2-40B4-BE49-F238E27FC236}">
                <a16:creationId xmlns:a16="http://schemas.microsoft.com/office/drawing/2014/main" id="{E10F76A6-5B8A-127A-2388-EF34F8AEC9EA}"/>
              </a:ext>
            </a:extLst>
          </p:cNvPr>
          <p:cNvSpPr/>
          <p:nvPr/>
        </p:nvSpPr>
        <p:spPr>
          <a:xfrm>
            <a:off x="2051021" y="4158125"/>
            <a:ext cx="1545081" cy="712577"/>
          </a:xfrm>
          <a:prstGeom prst="roundRect">
            <a:avLst>
              <a:gd name="adj" fmla="val 9765"/>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ストーリー</a:t>
            </a:r>
          </a:p>
        </p:txBody>
      </p:sp>
      <p:sp>
        <p:nvSpPr>
          <p:cNvPr id="19" name="フリーフォーム: 図形 18">
            <a:extLst>
              <a:ext uri="{FF2B5EF4-FFF2-40B4-BE49-F238E27FC236}">
                <a16:creationId xmlns:a16="http://schemas.microsoft.com/office/drawing/2014/main" id="{83131D74-CA83-BDA1-B4A1-2085FE4FCC70}"/>
              </a:ext>
            </a:extLst>
          </p:cNvPr>
          <p:cNvSpPr/>
          <p:nvPr/>
        </p:nvSpPr>
        <p:spPr>
          <a:xfrm>
            <a:off x="3948781" y="1334606"/>
            <a:ext cx="6544877" cy="4056319"/>
          </a:xfrm>
          <a:custGeom>
            <a:avLst/>
            <a:gdLst>
              <a:gd name="csX0" fmla="*/ 0 w 6544877"/>
              <a:gd name="csY0" fmla="*/ 0 h 4056319"/>
              <a:gd name="csX1" fmla="*/ 6148777 w 6544877"/>
              <a:gd name="csY1" fmla="*/ 0 h 4056319"/>
              <a:gd name="csX2" fmla="*/ 6544877 w 6544877"/>
              <a:gd name="csY2" fmla="*/ 396100 h 4056319"/>
              <a:gd name="csX3" fmla="*/ 6544877 w 6544877"/>
              <a:gd name="csY3" fmla="*/ 3660219 h 4056319"/>
              <a:gd name="csX4" fmla="*/ 6148777 w 6544877"/>
              <a:gd name="csY4" fmla="*/ 4056319 h 4056319"/>
              <a:gd name="csX5" fmla="*/ 0 w 6544877"/>
              <a:gd name="csY5" fmla="*/ 4056319 h 4056319"/>
            </a:gdLst>
            <a:ahLst/>
            <a:cxnLst>
              <a:cxn ang="0">
                <a:pos x="csX0" y="csY0"/>
              </a:cxn>
              <a:cxn ang="0">
                <a:pos x="csX1" y="csY1"/>
              </a:cxn>
              <a:cxn ang="0">
                <a:pos x="csX2" y="csY2"/>
              </a:cxn>
              <a:cxn ang="0">
                <a:pos x="csX3" y="csY3"/>
              </a:cxn>
              <a:cxn ang="0">
                <a:pos x="csX4" y="csY4"/>
              </a:cxn>
              <a:cxn ang="0">
                <a:pos x="csX5" y="csY5"/>
              </a:cxn>
            </a:cxnLst>
            <a:rect l="l" t="t" r="r" b="b"/>
            <a:pathLst>
              <a:path w="6544877" h="4056319">
                <a:moveTo>
                  <a:pt x="0" y="0"/>
                </a:moveTo>
                <a:lnTo>
                  <a:pt x="6148777" y="0"/>
                </a:lnTo>
                <a:cubicBezTo>
                  <a:pt x="6367537" y="0"/>
                  <a:pt x="6544877" y="177340"/>
                  <a:pt x="6544877" y="396100"/>
                </a:cubicBezTo>
                <a:lnTo>
                  <a:pt x="6544877" y="3660219"/>
                </a:lnTo>
                <a:cubicBezTo>
                  <a:pt x="6544877" y="3878979"/>
                  <a:pt x="6367537" y="4056319"/>
                  <a:pt x="6148777" y="4056319"/>
                </a:cubicBezTo>
                <a:lnTo>
                  <a:pt x="0" y="4056319"/>
                </a:lnTo>
                <a:close/>
              </a:path>
            </a:pathLst>
          </a:cu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kumimoji="1" lang="ja-JP" altLang="en-US"/>
          </a:p>
        </p:txBody>
      </p:sp>
      <p:sp>
        <p:nvSpPr>
          <p:cNvPr id="23" name="四角形: 角を丸くする 22">
            <a:extLst>
              <a:ext uri="{FF2B5EF4-FFF2-40B4-BE49-F238E27FC236}">
                <a16:creationId xmlns:a16="http://schemas.microsoft.com/office/drawing/2014/main" id="{06C360F7-05D9-6E76-BE00-8410F7C361A6}"/>
              </a:ext>
            </a:extLst>
          </p:cNvPr>
          <p:cNvSpPr/>
          <p:nvPr/>
        </p:nvSpPr>
        <p:spPr>
          <a:xfrm>
            <a:off x="3287031" y="1871153"/>
            <a:ext cx="1545081" cy="712577"/>
          </a:xfrm>
          <a:prstGeom prst="roundRect">
            <a:avLst>
              <a:gd name="adj" fmla="val 9765"/>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nvGrpSpPr>
          <p:cNvPr id="40" name="グループ化 39">
            <a:extLst>
              <a:ext uri="{FF2B5EF4-FFF2-40B4-BE49-F238E27FC236}">
                <a16:creationId xmlns:a16="http://schemas.microsoft.com/office/drawing/2014/main" id="{4EC553EA-4E94-4A63-E9A2-C5656008B86A}"/>
              </a:ext>
            </a:extLst>
          </p:cNvPr>
          <p:cNvGrpSpPr/>
          <p:nvPr/>
        </p:nvGrpSpPr>
        <p:grpSpPr>
          <a:xfrm>
            <a:off x="10022798" y="2220735"/>
            <a:ext cx="236362" cy="2284060"/>
            <a:chOff x="11044871" y="4022147"/>
            <a:chExt cx="236362" cy="2031812"/>
          </a:xfrm>
        </p:grpSpPr>
        <p:sp>
          <p:nvSpPr>
            <p:cNvPr id="41" name="四角形: 角を丸くする 40">
              <a:extLst>
                <a:ext uri="{FF2B5EF4-FFF2-40B4-BE49-F238E27FC236}">
                  <a16:creationId xmlns:a16="http://schemas.microsoft.com/office/drawing/2014/main" id="{DE1BE9A4-F251-35F5-B4B5-2A4830C6EC29}"/>
                </a:ext>
              </a:extLst>
            </p:cNvPr>
            <p:cNvSpPr/>
            <p:nvPr/>
          </p:nvSpPr>
          <p:spPr>
            <a:xfrm>
              <a:off x="11044871" y="4022147"/>
              <a:ext cx="236362" cy="2031812"/>
            </a:xfrm>
            <a:prstGeom prst="round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42" name="四角形: 角を丸くする 41">
              <a:extLst>
                <a:ext uri="{FF2B5EF4-FFF2-40B4-BE49-F238E27FC236}">
                  <a16:creationId xmlns:a16="http://schemas.microsoft.com/office/drawing/2014/main" id="{1696F634-2086-E80A-1232-E43F0C917E7B}"/>
                </a:ext>
              </a:extLst>
            </p:cNvPr>
            <p:cNvSpPr/>
            <p:nvPr/>
          </p:nvSpPr>
          <p:spPr>
            <a:xfrm>
              <a:off x="11066205" y="4094529"/>
              <a:ext cx="193695" cy="571313"/>
            </a:xfrm>
            <a:prstGeom prst="roundRec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74" name="グループ化 73">
            <a:extLst>
              <a:ext uri="{FF2B5EF4-FFF2-40B4-BE49-F238E27FC236}">
                <a16:creationId xmlns:a16="http://schemas.microsoft.com/office/drawing/2014/main" id="{487D887E-5877-5F8B-EA02-0A35FAAEA39C}"/>
              </a:ext>
            </a:extLst>
          </p:cNvPr>
          <p:cNvGrpSpPr/>
          <p:nvPr/>
        </p:nvGrpSpPr>
        <p:grpSpPr>
          <a:xfrm>
            <a:off x="4461820" y="1714900"/>
            <a:ext cx="5047940" cy="3295731"/>
            <a:chOff x="4567606" y="1712966"/>
            <a:chExt cx="5047940" cy="3295731"/>
          </a:xfrm>
        </p:grpSpPr>
        <p:grpSp>
          <p:nvGrpSpPr>
            <p:cNvPr id="38" name="グループ化 37">
              <a:extLst>
                <a:ext uri="{FF2B5EF4-FFF2-40B4-BE49-F238E27FC236}">
                  <a16:creationId xmlns:a16="http://schemas.microsoft.com/office/drawing/2014/main" id="{9E2AA229-7D03-2726-4D77-004BF6B9A5E7}"/>
                </a:ext>
              </a:extLst>
            </p:cNvPr>
            <p:cNvGrpSpPr/>
            <p:nvPr/>
          </p:nvGrpSpPr>
          <p:grpSpPr>
            <a:xfrm>
              <a:off x="4567606" y="1712966"/>
              <a:ext cx="995006" cy="3295731"/>
              <a:chOff x="4567605" y="1871153"/>
              <a:chExt cx="995006" cy="3295731"/>
            </a:xfrm>
          </p:grpSpPr>
          <p:sp>
            <p:nvSpPr>
              <p:cNvPr id="31" name="四角形: 角を丸くする 30">
                <a:extLst>
                  <a:ext uri="{FF2B5EF4-FFF2-40B4-BE49-F238E27FC236}">
                    <a16:creationId xmlns:a16="http://schemas.microsoft.com/office/drawing/2014/main" id="{A42D7511-ACD1-C523-7F84-3C4E6D2C50D5}"/>
                  </a:ext>
                </a:extLst>
              </p:cNvPr>
              <p:cNvSpPr/>
              <p:nvPr/>
            </p:nvSpPr>
            <p:spPr>
              <a:xfrm>
                <a:off x="4567606" y="1871153"/>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34" name="四角形: 角を丸くする 33">
                <a:extLst>
                  <a:ext uri="{FF2B5EF4-FFF2-40B4-BE49-F238E27FC236}">
                    <a16:creationId xmlns:a16="http://schemas.microsoft.com/office/drawing/2014/main" id="{FC29BF26-788E-F0F5-15F9-1673A542591D}"/>
                  </a:ext>
                </a:extLst>
              </p:cNvPr>
              <p:cNvSpPr/>
              <p:nvPr/>
            </p:nvSpPr>
            <p:spPr>
              <a:xfrm>
                <a:off x="4567606" y="3030482"/>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36" name="四角形: 角を丸くする 35">
                <a:extLst>
                  <a:ext uri="{FF2B5EF4-FFF2-40B4-BE49-F238E27FC236}">
                    <a16:creationId xmlns:a16="http://schemas.microsoft.com/office/drawing/2014/main" id="{F7D09CAB-E804-318C-F58E-422118F861BC}"/>
                  </a:ext>
                </a:extLst>
              </p:cNvPr>
              <p:cNvSpPr/>
              <p:nvPr/>
            </p:nvSpPr>
            <p:spPr>
              <a:xfrm>
                <a:off x="4567605" y="4188701"/>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44" name="グループ化 43">
              <a:extLst>
                <a:ext uri="{FF2B5EF4-FFF2-40B4-BE49-F238E27FC236}">
                  <a16:creationId xmlns:a16="http://schemas.microsoft.com/office/drawing/2014/main" id="{A0B8072C-244D-2465-1107-987A823D6595}"/>
                </a:ext>
              </a:extLst>
            </p:cNvPr>
            <p:cNvGrpSpPr/>
            <p:nvPr/>
          </p:nvGrpSpPr>
          <p:grpSpPr>
            <a:xfrm>
              <a:off x="5918584" y="1712966"/>
              <a:ext cx="995006" cy="3295731"/>
              <a:chOff x="4567605" y="1871153"/>
              <a:chExt cx="995006" cy="3295731"/>
            </a:xfrm>
          </p:grpSpPr>
          <p:sp>
            <p:nvSpPr>
              <p:cNvPr id="54" name="四角形: 角を丸くする 53">
                <a:extLst>
                  <a:ext uri="{FF2B5EF4-FFF2-40B4-BE49-F238E27FC236}">
                    <a16:creationId xmlns:a16="http://schemas.microsoft.com/office/drawing/2014/main" id="{8199AFC4-8B8A-15AD-6F1E-12211A975A26}"/>
                  </a:ext>
                </a:extLst>
              </p:cNvPr>
              <p:cNvSpPr/>
              <p:nvPr/>
            </p:nvSpPr>
            <p:spPr>
              <a:xfrm>
                <a:off x="4567606" y="1871153"/>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6" name="四角形: 角を丸くする 55">
                <a:extLst>
                  <a:ext uri="{FF2B5EF4-FFF2-40B4-BE49-F238E27FC236}">
                    <a16:creationId xmlns:a16="http://schemas.microsoft.com/office/drawing/2014/main" id="{3886951A-920C-61AA-B8E2-A196866AD28A}"/>
                  </a:ext>
                </a:extLst>
              </p:cNvPr>
              <p:cNvSpPr/>
              <p:nvPr/>
            </p:nvSpPr>
            <p:spPr>
              <a:xfrm>
                <a:off x="4567606" y="3030482"/>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8" name="四角形: 角を丸くする 57">
                <a:extLst>
                  <a:ext uri="{FF2B5EF4-FFF2-40B4-BE49-F238E27FC236}">
                    <a16:creationId xmlns:a16="http://schemas.microsoft.com/office/drawing/2014/main" id="{5C794892-A542-1865-AEDC-DA1903143F28}"/>
                  </a:ext>
                </a:extLst>
              </p:cNvPr>
              <p:cNvSpPr/>
              <p:nvPr/>
            </p:nvSpPr>
            <p:spPr>
              <a:xfrm>
                <a:off x="4567605" y="4188701"/>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60" name="グループ化 59">
              <a:extLst>
                <a:ext uri="{FF2B5EF4-FFF2-40B4-BE49-F238E27FC236}">
                  <a16:creationId xmlns:a16="http://schemas.microsoft.com/office/drawing/2014/main" id="{CC0B3A91-452A-7408-F41E-ABE81A41D7F6}"/>
                </a:ext>
              </a:extLst>
            </p:cNvPr>
            <p:cNvGrpSpPr/>
            <p:nvPr/>
          </p:nvGrpSpPr>
          <p:grpSpPr>
            <a:xfrm>
              <a:off x="7269562" y="1712966"/>
              <a:ext cx="995006" cy="3295731"/>
              <a:chOff x="4567605" y="1871153"/>
              <a:chExt cx="995006" cy="3295731"/>
            </a:xfrm>
          </p:grpSpPr>
          <p:sp>
            <p:nvSpPr>
              <p:cNvPr id="62" name="四角形: 角を丸くする 61">
                <a:extLst>
                  <a:ext uri="{FF2B5EF4-FFF2-40B4-BE49-F238E27FC236}">
                    <a16:creationId xmlns:a16="http://schemas.microsoft.com/office/drawing/2014/main" id="{FDE6C470-62B6-7E94-025F-90DEA446D88E}"/>
                  </a:ext>
                </a:extLst>
              </p:cNvPr>
              <p:cNvSpPr/>
              <p:nvPr/>
            </p:nvSpPr>
            <p:spPr>
              <a:xfrm>
                <a:off x="4567606" y="1871153"/>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64" name="四角形: 角を丸くする 63">
                <a:extLst>
                  <a:ext uri="{FF2B5EF4-FFF2-40B4-BE49-F238E27FC236}">
                    <a16:creationId xmlns:a16="http://schemas.microsoft.com/office/drawing/2014/main" id="{D3E2DFBF-8D4C-4BE8-8BB3-733DEA45CEFC}"/>
                  </a:ext>
                </a:extLst>
              </p:cNvPr>
              <p:cNvSpPr/>
              <p:nvPr/>
            </p:nvSpPr>
            <p:spPr>
              <a:xfrm>
                <a:off x="4567606" y="3030482"/>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67" name="四角形: 角を丸くする 66">
                <a:extLst>
                  <a:ext uri="{FF2B5EF4-FFF2-40B4-BE49-F238E27FC236}">
                    <a16:creationId xmlns:a16="http://schemas.microsoft.com/office/drawing/2014/main" id="{B423CB0B-F238-17B0-AD23-E8ECE0470427}"/>
                  </a:ext>
                </a:extLst>
              </p:cNvPr>
              <p:cNvSpPr/>
              <p:nvPr/>
            </p:nvSpPr>
            <p:spPr>
              <a:xfrm>
                <a:off x="4567605" y="4188701"/>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68" name="グループ化 67">
              <a:extLst>
                <a:ext uri="{FF2B5EF4-FFF2-40B4-BE49-F238E27FC236}">
                  <a16:creationId xmlns:a16="http://schemas.microsoft.com/office/drawing/2014/main" id="{E41C5001-5A0F-FE7A-856F-5B5AC43A8DB4}"/>
                </a:ext>
              </a:extLst>
            </p:cNvPr>
            <p:cNvGrpSpPr/>
            <p:nvPr/>
          </p:nvGrpSpPr>
          <p:grpSpPr>
            <a:xfrm>
              <a:off x="8620540" y="1712966"/>
              <a:ext cx="995006" cy="3295731"/>
              <a:chOff x="4567605" y="1871153"/>
              <a:chExt cx="995006" cy="3295731"/>
            </a:xfrm>
          </p:grpSpPr>
          <p:sp>
            <p:nvSpPr>
              <p:cNvPr id="70" name="四角形: 角を丸くする 69">
                <a:extLst>
                  <a:ext uri="{FF2B5EF4-FFF2-40B4-BE49-F238E27FC236}">
                    <a16:creationId xmlns:a16="http://schemas.microsoft.com/office/drawing/2014/main" id="{17CB63C1-FAB9-46D2-D8F1-04D28611AD3B}"/>
                  </a:ext>
                </a:extLst>
              </p:cNvPr>
              <p:cNvSpPr/>
              <p:nvPr/>
            </p:nvSpPr>
            <p:spPr>
              <a:xfrm>
                <a:off x="4567606" y="1871153"/>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2" name="四角形: 角を丸くする 71">
                <a:extLst>
                  <a:ext uri="{FF2B5EF4-FFF2-40B4-BE49-F238E27FC236}">
                    <a16:creationId xmlns:a16="http://schemas.microsoft.com/office/drawing/2014/main" id="{3B9AF909-6AD9-443F-3B6D-62A15C27A01C}"/>
                  </a:ext>
                </a:extLst>
              </p:cNvPr>
              <p:cNvSpPr/>
              <p:nvPr/>
            </p:nvSpPr>
            <p:spPr>
              <a:xfrm>
                <a:off x="4567606" y="3030482"/>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3" name="四角形: 角を丸くする 72">
                <a:extLst>
                  <a:ext uri="{FF2B5EF4-FFF2-40B4-BE49-F238E27FC236}">
                    <a16:creationId xmlns:a16="http://schemas.microsoft.com/office/drawing/2014/main" id="{D78113FB-CBFC-D2CA-1DA5-6C0D713FB64A}"/>
                  </a:ext>
                </a:extLst>
              </p:cNvPr>
              <p:cNvSpPr/>
              <p:nvPr/>
            </p:nvSpPr>
            <p:spPr>
              <a:xfrm>
                <a:off x="4567605" y="4188701"/>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spTree>
    <p:extLst>
      <p:ext uri="{BB962C8B-B14F-4D97-AF65-F5344CB8AC3E}">
        <p14:creationId xmlns:p14="http://schemas.microsoft.com/office/powerpoint/2010/main" val="3766825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F25F259-59A1-1D99-E82F-E94421914B8F}"/>
            </a:ext>
          </a:extLst>
        </p:cNvPr>
        <p:cNvGrpSpPr/>
        <p:nvPr/>
      </p:nvGrpSpPr>
      <p:grpSpPr>
        <a:xfrm>
          <a:off x="0" y="0"/>
          <a:ext cx="0" cy="0"/>
          <a:chOff x="0" y="0"/>
          <a:chExt cx="0" cy="0"/>
        </a:xfrm>
      </p:grpSpPr>
      <p:grpSp>
        <p:nvGrpSpPr>
          <p:cNvPr id="66" name="グループ化 65">
            <a:extLst>
              <a:ext uri="{FF2B5EF4-FFF2-40B4-BE49-F238E27FC236}">
                <a16:creationId xmlns:a16="http://schemas.microsoft.com/office/drawing/2014/main" id="{2AA4C36B-84D7-1D40-C939-810E52AB0B51}"/>
              </a:ext>
            </a:extLst>
          </p:cNvPr>
          <p:cNvGrpSpPr/>
          <p:nvPr/>
        </p:nvGrpSpPr>
        <p:grpSpPr>
          <a:xfrm>
            <a:off x="431675" y="5640918"/>
            <a:ext cx="11328651" cy="929715"/>
            <a:chOff x="431675" y="5640918"/>
            <a:chExt cx="11328651" cy="929715"/>
          </a:xfrm>
        </p:grpSpPr>
        <p:sp>
          <p:nvSpPr>
            <p:cNvPr id="43" name="四角形: 角を丸くする 42">
              <a:extLst>
                <a:ext uri="{FF2B5EF4-FFF2-40B4-BE49-F238E27FC236}">
                  <a16:creationId xmlns:a16="http://schemas.microsoft.com/office/drawing/2014/main" id="{AC4111D0-1B1F-D466-E83A-CF300519814D}"/>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53" name="四角形: 角を丸くする 52">
              <a:extLst>
                <a:ext uri="{FF2B5EF4-FFF2-40B4-BE49-F238E27FC236}">
                  <a16:creationId xmlns:a16="http://schemas.microsoft.com/office/drawing/2014/main" id="{AC1E12D4-EA7D-F9A3-A147-C52478FF6B94}"/>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5" name="テキスト ボックス 54">
              <a:extLst>
                <a:ext uri="{FF2B5EF4-FFF2-40B4-BE49-F238E27FC236}">
                  <a16:creationId xmlns:a16="http://schemas.microsoft.com/office/drawing/2014/main" id="{037CC04E-3D0E-B49C-52AA-2AADA7D6A92F}"/>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7" name="テキスト ボックス 56">
              <a:extLst>
                <a:ext uri="{FF2B5EF4-FFF2-40B4-BE49-F238E27FC236}">
                  <a16:creationId xmlns:a16="http://schemas.microsoft.com/office/drawing/2014/main" id="{5678B8AD-C5D6-25FC-7D1A-D6F937EBCBBE}"/>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9" name="テキスト ボックス 58">
              <a:extLst>
                <a:ext uri="{FF2B5EF4-FFF2-40B4-BE49-F238E27FC236}">
                  <a16:creationId xmlns:a16="http://schemas.microsoft.com/office/drawing/2014/main" id="{BB2AEDE4-A30B-06BC-FA4A-7E3922D2A09C}"/>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1" name="テキスト ボックス 60">
              <a:extLst>
                <a:ext uri="{FF2B5EF4-FFF2-40B4-BE49-F238E27FC236}">
                  <a16:creationId xmlns:a16="http://schemas.microsoft.com/office/drawing/2014/main" id="{7182649E-F843-3879-F164-A4A2BD20DCB2}"/>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3" name="テキスト ボックス 62">
              <a:extLst>
                <a:ext uri="{FF2B5EF4-FFF2-40B4-BE49-F238E27FC236}">
                  <a16:creationId xmlns:a16="http://schemas.microsoft.com/office/drawing/2014/main" id="{CA19844D-577E-7A79-674D-3E13809B5A04}"/>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5" name="テキスト ボックス 64">
              <a:extLst>
                <a:ext uri="{FF2B5EF4-FFF2-40B4-BE49-F238E27FC236}">
                  <a16:creationId xmlns:a16="http://schemas.microsoft.com/office/drawing/2014/main" id="{675D2066-F0D7-8888-4F16-AFE34E638139}"/>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37" name="四角形: 角を丸くする 36">
            <a:extLst>
              <a:ext uri="{FF2B5EF4-FFF2-40B4-BE49-F238E27FC236}">
                <a16:creationId xmlns:a16="http://schemas.microsoft.com/office/drawing/2014/main" id="{09449CF2-ED1C-3045-B47F-B22D237C36D9}"/>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265D41D6-7990-E518-6113-687D6B156473}"/>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F6B0C776-3C67-3323-9C3E-7C51FA183B10}"/>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22475B25-84D5-1C3B-801E-022924DDBB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7164912C-E968-23B4-0CDD-9AE382FB7396}"/>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38B97773-FDEE-34C6-8C66-94A5E9326B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D53C0918-C78E-DC78-15F5-3D45773DDB12}"/>
              </a:ext>
            </a:extLst>
          </p:cNvPr>
          <p:cNvSpPr txBox="1"/>
          <p:nvPr/>
        </p:nvSpPr>
        <p:spPr>
          <a:xfrm>
            <a:off x="1624588" y="641390"/>
            <a:ext cx="1467068" cy="400110"/>
          </a:xfrm>
          <a:prstGeom prst="rect">
            <a:avLst/>
          </a:prstGeom>
          <a:noFill/>
        </p:spPr>
        <p:txBody>
          <a:bodyPr wrap="none" rtlCol="0">
            <a:spAutoFit/>
          </a:bodyPr>
          <a:lstStyle/>
          <a:p>
            <a:pPr algn="ctr"/>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ミッション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 name="四角形: 角を丸くする 1">
            <a:extLst>
              <a:ext uri="{FF2B5EF4-FFF2-40B4-BE49-F238E27FC236}">
                <a16:creationId xmlns:a16="http://schemas.microsoft.com/office/drawing/2014/main" id="{3861B1F2-207A-9DB4-4C4B-AEE27384E1CB}"/>
              </a:ext>
            </a:extLst>
          </p:cNvPr>
          <p:cNvSpPr/>
          <p:nvPr/>
        </p:nvSpPr>
        <p:spPr>
          <a:xfrm>
            <a:off x="1698342" y="1327454"/>
            <a:ext cx="8795316" cy="4056319"/>
          </a:xfrm>
          <a:prstGeom prst="roundRect">
            <a:avLst>
              <a:gd name="adj" fmla="val 9765"/>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3" name="四角形: 角を丸くする 2">
            <a:extLst>
              <a:ext uri="{FF2B5EF4-FFF2-40B4-BE49-F238E27FC236}">
                <a16:creationId xmlns:a16="http://schemas.microsoft.com/office/drawing/2014/main" id="{A511D108-9B76-B6BF-21F8-CAFE640FD2EB}"/>
              </a:ext>
            </a:extLst>
          </p:cNvPr>
          <p:cNvSpPr/>
          <p:nvPr/>
        </p:nvSpPr>
        <p:spPr>
          <a:xfrm>
            <a:off x="2051021" y="3014639"/>
            <a:ext cx="1545081" cy="712577"/>
          </a:xfrm>
          <a:prstGeom prst="roundRect">
            <a:avLst>
              <a:gd name="adj" fmla="val 9765"/>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リミット</a:t>
            </a:r>
          </a:p>
        </p:txBody>
      </p:sp>
      <p:sp>
        <p:nvSpPr>
          <p:cNvPr id="4" name="四角形: 角を丸くする 3">
            <a:extLst>
              <a:ext uri="{FF2B5EF4-FFF2-40B4-BE49-F238E27FC236}">
                <a16:creationId xmlns:a16="http://schemas.microsoft.com/office/drawing/2014/main" id="{7EA661AA-B091-A23C-96F4-11F6B746B13F}"/>
              </a:ext>
            </a:extLst>
          </p:cNvPr>
          <p:cNvSpPr/>
          <p:nvPr/>
        </p:nvSpPr>
        <p:spPr>
          <a:xfrm>
            <a:off x="2051021" y="1871154"/>
            <a:ext cx="1545081" cy="712577"/>
          </a:xfrm>
          <a:prstGeom prst="roundRect">
            <a:avLst>
              <a:gd name="adj" fmla="val 9765"/>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rPr>
              <a:t>メイン</a:t>
            </a:r>
          </a:p>
        </p:txBody>
      </p:sp>
      <p:sp>
        <p:nvSpPr>
          <p:cNvPr id="5" name="四角形: 角を丸くする 4">
            <a:extLst>
              <a:ext uri="{FF2B5EF4-FFF2-40B4-BE49-F238E27FC236}">
                <a16:creationId xmlns:a16="http://schemas.microsoft.com/office/drawing/2014/main" id="{6685F373-6D23-8408-BCA0-27E4603934EF}"/>
              </a:ext>
            </a:extLst>
          </p:cNvPr>
          <p:cNvSpPr/>
          <p:nvPr/>
        </p:nvSpPr>
        <p:spPr>
          <a:xfrm>
            <a:off x="2051021" y="4158125"/>
            <a:ext cx="1545081" cy="712577"/>
          </a:xfrm>
          <a:prstGeom prst="roundRect">
            <a:avLst>
              <a:gd name="adj" fmla="val 9765"/>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完了済み</a:t>
            </a:r>
          </a:p>
        </p:txBody>
      </p:sp>
      <p:sp>
        <p:nvSpPr>
          <p:cNvPr id="6" name="フリーフォーム: 図形 5">
            <a:extLst>
              <a:ext uri="{FF2B5EF4-FFF2-40B4-BE49-F238E27FC236}">
                <a16:creationId xmlns:a16="http://schemas.microsoft.com/office/drawing/2014/main" id="{7BEF9576-C647-FF8B-C512-00D7464BFFB9}"/>
              </a:ext>
            </a:extLst>
          </p:cNvPr>
          <p:cNvSpPr/>
          <p:nvPr/>
        </p:nvSpPr>
        <p:spPr>
          <a:xfrm>
            <a:off x="3948781" y="1334606"/>
            <a:ext cx="6544877" cy="4056319"/>
          </a:xfrm>
          <a:custGeom>
            <a:avLst/>
            <a:gdLst>
              <a:gd name="csX0" fmla="*/ 0 w 6544877"/>
              <a:gd name="csY0" fmla="*/ 0 h 4056319"/>
              <a:gd name="csX1" fmla="*/ 6148777 w 6544877"/>
              <a:gd name="csY1" fmla="*/ 0 h 4056319"/>
              <a:gd name="csX2" fmla="*/ 6544877 w 6544877"/>
              <a:gd name="csY2" fmla="*/ 396100 h 4056319"/>
              <a:gd name="csX3" fmla="*/ 6544877 w 6544877"/>
              <a:gd name="csY3" fmla="*/ 3660219 h 4056319"/>
              <a:gd name="csX4" fmla="*/ 6148777 w 6544877"/>
              <a:gd name="csY4" fmla="*/ 4056319 h 4056319"/>
              <a:gd name="csX5" fmla="*/ 0 w 6544877"/>
              <a:gd name="csY5" fmla="*/ 4056319 h 4056319"/>
            </a:gdLst>
            <a:ahLst/>
            <a:cxnLst>
              <a:cxn ang="0">
                <a:pos x="csX0" y="csY0"/>
              </a:cxn>
              <a:cxn ang="0">
                <a:pos x="csX1" y="csY1"/>
              </a:cxn>
              <a:cxn ang="0">
                <a:pos x="csX2" y="csY2"/>
              </a:cxn>
              <a:cxn ang="0">
                <a:pos x="csX3" y="csY3"/>
              </a:cxn>
              <a:cxn ang="0">
                <a:pos x="csX4" y="csY4"/>
              </a:cxn>
              <a:cxn ang="0">
                <a:pos x="csX5" y="csY5"/>
              </a:cxn>
            </a:cxnLst>
            <a:rect l="l" t="t" r="r" b="b"/>
            <a:pathLst>
              <a:path w="6544877" h="4056319">
                <a:moveTo>
                  <a:pt x="0" y="0"/>
                </a:moveTo>
                <a:lnTo>
                  <a:pt x="6148777" y="0"/>
                </a:lnTo>
                <a:cubicBezTo>
                  <a:pt x="6367537" y="0"/>
                  <a:pt x="6544877" y="177340"/>
                  <a:pt x="6544877" y="396100"/>
                </a:cubicBezTo>
                <a:lnTo>
                  <a:pt x="6544877" y="3660219"/>
                </a:lnTo>
                <a:cubicBezTo>
                  <a:pt x="6544877" y="3878979"/>
                  <a:pt x="6367537" y="4056319"/>
                  <a:pt x="6148777" y="4056319"/>
                </a:cubicBezTo>
                <a:lnTo>
                  <a:pt x="0" y="4056319"/>
                </a:lnTo>
                <a:close/>
              </a:path>
            </a:pathLst>
          </a:cu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kumimoji="1" lang="ja-JP" altLang="en-US"/>
          </a:p>
        </p:txBody>
      </p:sp>
      <p:sp>
        <p:nvSpPr>
          <p:cNvPr id="7" name="四角形: 角を丸くする 6">
            <a:extLst>
              <a:ext uri="{FF2B5EF4-FFF2-40B4-BE49-F238E27FC236}">
                <a16:creationId xmlns:a16="http://schemas.microsoft.com/office/drawing/2014/main" id="{A694A3FA-5EEC-E787-9009-D31E926F21B3}"/>
              </a:ext>
            </a:extLst>
          </p:cNvPr>
          <p:cNvSpPr/>
          <p:nvPr/>
        </p:nvSpPr>
        <p:spPr>
          <a:xfrm>
            <a:off x="3287031" y="1871153"/>
            <a:ext cx="1545081" cy="712577"/>
          </a:xfrm>
          <a:prstGeom prst="roundRect">
            <a:avLst>
              <a:gd name="adj" fmla="val 9765"/>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34" name="四角形: 角を丸くする 33">
            <a:extLst>
              <a:ext uri="{FF2B5EF4-FFF2-40B4-BE49-F238E27FC236}">
                <a16:creationId xmlns:a16="http://schemas.microsoft.com/office/drawing/2014/main" id="{4DDA7A9A-FE06-F4D7-2474-6EBA8B879531}"/>
              </a:ext>
            </a:extLst>
          </p:cNvPr>
          <p:cNvSpPr/>
          <p:nvPr/>
        </p:nvSpPr>
        <p:spPr>
          <a:xfrm>
            <a:off x="4489817" y="2302088"/>
            <a:ext cx="5462804" cy="1766061"/>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47" name="テキスト ボックス 46">
            <a:extLst>
              <a:ext uri="{FF2B5EF4-FFF2-40B4-BE49-F238E27FC236}">
                <a16:creationId xmlns:a16="http://schemas.microsoft.com/office/drawing/2014/main" id="{D9668838-E1F8-B214-BCD9-E974C79F2CC1}"/>
              </a:ext>
            </a:extLst>
          </p:cNvPr>
          <p:cNvSpPr txBox="1"/>
          <p:nvPr/>
        </p:nvSpPr>
        <p:spPr>
          <a:xfrm>
            <a:off x="5436115" y="1655865"/>
            <a:ext cx="3570208" cy="461665"/>
          </a:xfrm>
          <a:prstGeom prst="rect">
            <a:avLst/>
          </a:prstGeom>
          <a:noFill/>
        </p:spPr>
        <p:txBody>
          <a:bodyPr wrap="none" rtlCol="0">
            <a:spAutoFit/>
          </a:bodyPr>
          <a:lstStyle/>
          <a:p>
            <a:pPr algn="ct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進行中メインミッション</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nvGrpSpPr>
          <p:cNvPr id="51" name="グループ化 50">
            <a:extLst>
              <a:ext uri="{FF2B5EF4-FFF2-40B4-BE49-F238E27FC236}">
                <a16:creationId xmlns:a16="http://schemas.microsoft.com/office/drawing/2014/main" id="{B533620A-D1D7-D18E-6FC1-D5946E91C462}"/>
              </a:ext>
            </a:extLst>
          </p:cNvPr>
          <p:cNvGrpSpPr/>
          <p:nvPr/>
        </p:nvGrpSpPr>
        <p:grpSpPr>
          <a:xfrm>
            <a:off x="8710851" y="3368966"/>
            <a:ext cx="1035934" cy="474368"/>
            <a:chOff x="6592795" y="2986404"/>
            <a:chExt cx="1035934" cy="474368"/>
          </a:xfrm>
        </p:grpSpPr>
        <p:sp>
          <p:nvSpPr>
            <p:cNvPr id="48" name="二等辺三角形 47">
              <a:extLst>
                <a:ext uri="{FF2B5EF4-FFF2-40B4-BE49-F238E27FC236}">
                  <a16:creationId xmlns:a16="http://schemas.microsoft.com/office/drawing/2014/main" id="{9CD6FA70-4B11-9D7C-19A0-B8564DC31E2C}"/>
                </a:ext>
              </a:extLst>
            </p:cNvPr>
            <p:cNvSpPr/>
            <p:nvPr/>
          </p:nvSpPr>
          <p:spPr>
            <a:xfrm rot="5400000">
              <a:off x="7187076" y="3019119"/>
              <a:ext cx="474368" cy="408938"/>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F4975067-BCAF-AFFF-B123-753DBFEEE870}"/>
                </a:ext>
              </a:extLst>
            </p:cNvPr>
            <p:cNvSpPr txBox="1"/>
            <p:nvPr/>
          </p:nvSpPr>
          <p:spPr>
            <a:xfrm>
              <a:off x="6592795" y="3038922"/>
              <a:ext cx="646332" cy="369332"/>
            </a:xfrm>
            <a:prstGeom prst="rect">
              <a:avLst/>
            </a:prstGeom>
            <a:noFill/>
          </p:spPr>
          <p:txBody>
            <a:bodyPr wrap="none" rtlCol="0">
              <a:spAutoFit/>
            </a:bodyPr>
            <a:lstStyle/>
            <a:p>
              <a:pPr algn="ctr"/>
              <a:r>
                <a:rPr lang="ja-JP" altLang="en-US">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rPr>
                <a:t>進む</a:t>
              </a:r>
              <a:endParaRPr kumimoji="1" lang="ja-JP" altLang="en-US" dirty="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54" name="テキスト ボックス 53">
            <a:extLst>
              <a:ext uri="{FF2B5EF4-FFF2-40B4-BE49-F238E27FC236}">
                <a16:creationId xmlns:a16="http://schemas.microsoft.com/office/drawing/2014/main" id="{80F2EA09-AEC0-5205-9546-9675474D0B37}"/>
              </a:ext>
            </a:extLst>
          </p:cNvPr>
          <p:cNvSpPr txBox="1"/>
          <p:nvPr/>
        </p:nvSpPr>
        <p:spPr>
          <a:xfrm>
            <a:off x="4832112" y="2458324"/>
            <a:ext cx="1723549"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ミッション名</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8" name="テキスト ボックス 57">
            <a:extLst>
              <a:ext uri="{FF2B5EF4-FFF2-40B4-BE49-F238E27FC236}">
                <a16:creationId xmlns:a16="http://schemas.microsoft.com/office/drawing/2014/main" id="{89022DFA-A9ED-AD46-E110-D3161A52E8A1}"/>
              </a:ext>
            </a:extLst>
          </p:cNvPr>
          <p:cNvSpPr txBox="1"/>
          <p:nvPr/>
        </p:nvSpPr>
        <p:spPr>
          <a:xfrm>
            <a:off x="4832112" y="3067977"/>
            <a:ext cx="3877985" cy="830997"/>
          </a:xfrm>
          <a:prstGeom prst="rect">
            <a:avLst/>
          </a:prstGeom>
          <a:noFill/>
        </p:spPr>
        <p:txBody>
          <a:bodyPr wrap="none" rtlCol="0">
            <a:spAutoFit/>
          </a:bodyPr>
          <a:lstStyle/>
          <a:p>
            <a:r>
              <a:rPr lang="ja-JP" altLang="en-US" sz="16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フレーバーテキストフレーバーテキスト</a:t>
            </a:r>
          </a:p>
          <a:p>
            <a:r>
              <a:rPr lang="ja-JP" altLang="en-US" sz="16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フレーバーテキストフレーバーテキスト</a:t>
            </a:r>
            <a:br>
              <a:rPr lang="en-US" altLang="ja-JP" sz="16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br>
            <a:r>
              <a:rPr lang="ja-JP" altLang="en-US" sz="16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フレーバーテキストフレーバーテキスト</a:t>
            </a:r>
          </a:p>
        </p:txBody>
      </p:sp>
      <p:grpSp>
        <p:nvGrpSpPr>
          <p:cNvPr id="67" name="グループ化 66">
            <a:extLst>
              <a:ext uri="{FF2B5EF4-FFF2-40B4-BE49-F238E27FC236}">
                <a16:creationId xmlns:a16="http://schemas.microsoft.com/office/drawing/2014/main" id="{E593D623-B7A4-F3FC-D5D1-3A5B4B8CB2C0}"/>
              </a:ext>
            </a:extLst>
          </p:cNvPr>
          <p:cNvGrpSpPr/>
          <p:nvPr/>
        </p:nvGrpSpPr>
        <p:grpSpPr>
          <a:xfrm>
            <a:off x="5005082" y="4273145"/>
            <a:ext cx="4432274" cy="914400"/>
            <a:chOff x="5314511" y="4226490"/>
            <a:chExt cx="4432274" cy="914400"/>
          </a:xfrm>
        </p:grpSpPr>
        <p:sp>
          <p:nvSpPr>
            <p:cNvPr id="60" name="楕円 59">
              <a:extLst>
                <a:ext uri="{FF2B5EF4-FFF2-40B4-BE49-F238E27FC236}">
                  <a16:creationId xmlns:a16="http://schemas.microsoft.com/office/drawing/2014/main" id="{CCED8623-68B9-5CC4-055B-ACAED9707394}"/>
                </a:ext>
              </a:extLst>
            </p:cNvPr>
            <p:cNvSpPr/>
            <p:nvPr/>
          </p:nvSpPr>
          <p:spPr>
            <a:xfrm>
              <a:off x="8832385" y="4226490"/>
              <a:ext cx="914400" cy="914400"/>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テキスト ボックス 63">
              <a:extLst>
                <a:ext uri="{FF2B5EF4-FFF2-40B4-BE49-F238E27FC236}">
                  <a16:creationId xmlns:a16="http://schemas.microsoft.com/office/drawing/2014/main" id="{C04A43F6-FF0A-24FB-D0A5-E08FAF65EF7C}"/>
                </a:ext>
              </a:extLst>
            </p:cNvPr>
            <p:cNvSpPr txBox="1"/>
            <p:nvPr/>
          </p:nvSpPr>
          <p:spPr>
            <a:xfrm>
              <a:off x="5314511" y="4422080"/>
              <a:ext cx="3108543" cy="523220"/>
            </a:xfrm>
            <a:prstGeom prst="rect">
              <a:avLst/>
            </a:prstGeom>
            <a:noFill/>
          </p:spPr>
          <p:txBody>
            <a:bodyPr wrap="none" rtlCol="0">
              <a:spAutoFit/>
            </a:bodyPr>
            <a:lstStyle/>
            <a:p>
              <a:r>
                <a:rPr lang="en-US" altLang="ja-JP"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0</a:t>
              </a: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章　</a:t>
              </a:r>
              <a:r>
                <a:rPr lang="ja-JP" altLang="en-US" sz="28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章のタイトル</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69" name="テキスト ボックス 68">
            <a:extLst>
              <a:ext uri="{FF2B5EF4-FFF2-40B4-BE49-F238E27FC236}">
                <a16:creationId xmlns:a16="http://schemas.microsoft.com/office/drawing/2014/main" id="{9F8DE161-B014-0F02-E554-D87F540A3269}"/>
              </a:ext>
            </a:extLst>
          </p:cNvPr>
          <p:cNvSpPr txBox="1"/>
          <p:nvPr/>
        </p:nvSpPr>
        <p:spPr>
          <a:xfrm>
            <a:off x="8526924" y="4412749"/>
            <a:ext cx="902811" cy="523220"/>
          </a:xfrm>
          <a:prstGeom prst="rect">
            <a:avLst/>
          </a:prstGeom>
          <a:noFill/>
        </p:spPr>
        <p:txBody>
          <a:bodyPr wrap="none" rtlCol="0">
            <a:spAutoFit/>
          </a:bodyPr>
          <a:lstStyle/>
          <a:p>
            <a:pPr algn="ctr"/>
            <a:r>
              <a:rPr lang="ja-JP" altLang="en-US" sz="1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a:t>
            </a:r>
            <a:br>
              <a:rPr lang="en-US" altLang="ja-JP" sz="1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br>
            <a:r>
              <a:rPr lang="ja-JP" altLang="en-US" sz="1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アイコン</a:t>
            </a:r>
          </a:p>
        </p:txBody>
      </p:sp>
    </p:spTree>
    <p:extLst>
      <p:ext uri="{BB962C8B-B14F-4D97-AF65-F5344CB8AC3E}">
        <p14:creationId xmlns:p14="http://schemas.microsoft.com/office/powerpoint/2010/main" val="93538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22331BF-64A2-66F9-007F-C4E185EF9B03}"/>
            </a:ext>
          </a:extLst>
        </p:cNvPr>
        <p:cNvGrpSpPr/>
        <p:nvPr/>
      </p:nvGrpSpPr>
      <p:grpSpPr>
        <a:xfrm>
          <a:off x="0" y="0"/>
          <a:ext cx="0" cy="0"/>
          <a:chOff x="0" y="0"/>
          <a:chExt cx="0" cy="0"/>
        </a:xfrm>
      </p:grpSpPr>
      <p:grpSp>
        <p:nvGrpSpPr>
          <p:cNvPr id="66" name="グループ化 65">
            <a:extLst>
              <a:ext uri="{FF2B5EF4-FFF2-40B4-BE49-F238E27FC236}">
                <a16:creationId xmlns:a16="http://schemas.microsoft.com/office/drawing/2014/main" id="{EAE2A3E1-0F53-1C2B-E114-E277F6295B6A}"/>
              </a:ext>
            </a:extLst>
          </p:cNvPr>
          <p:cNvGrpSpPr/>
          <p:nvPr/>
        </p:nvGrpSpPr>
        <p:grpSpPr>
          <a:xfrm>
            <a:off x="431675" y="5640918"/>
            <a:ext cx="11328651" cy="929715"/>
            <a:chOff x="431675" y="5640918"/>
            <a:chExt cx="11328651" cy="929715"/>
          </a:xfrm>
        </p:grpSpPr>
        <p:sp>
          <p:nvSpPr>
            <p:cNvPr id="43" name="四角形: 角を丸くする 42">
              <a:extLst>
                <a:ext uri="{FF2B5EF4-FFF2-40B4-BE49-F238E27FC236}">
                  <a16:creationId xmlns:a16="http://schemas.microsoft.com/office/drawing/2014/main" id="{EBA2B2D6-B8CF-5980-D896-BE111B840C0F}"/>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53" name="四角形: 角を丸くする 52">
              <a:extLst>
                <a:ext uri="{FF2B5EF4-FFF2-40B4-BE49-F238E27FC236}">
                  <a16:creationId xmlns:a16="http://schemas.microsoft.com/office/drawing/2014/main" id="{0A39E32D-6A26-F32D-B11E-DEBC381A0756}"/>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5" name="テキスト ボックス 54">
              <a:extLst>
                <a:ext uri="{FF2B5EF4-FFF2-40B4-BE49-F238E27FC236}">
                  <a16:creationId xmlns:a16="http://schemas.microsoft.com/office/drawing/2014/main" id="{9BC6F966-F767-DEBB-B54F-692A23142F49}"/>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7" name="テキスト ボックス 56">
              <a:extLst>
                <a:ext uri="{FF2B5EF4-FFF2-40B4-BE49-F238E27FC236}">
                  <a16:creationId xmlns:a16="http://schemas.microsoft.com/office/drawing/2014/main" id="{58683000-B3FC-6160-391E-DF96787661FA}"/>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9" name="テキスト ボックス 58">
              <a:extLst>
                <a:ext uri="{FF2B5EF4-FFF2-40B4-BE49-F238E27FC236}">
                  <a16:creationId xmlns:a16="http://schemas.microsoft.com/office/drawing/2014/main" id="{2A6D716E-4830-E00E-70F3-64CF3B9DA7BB}"/>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1" name="テキスト ボックス 60">
              <a:extLst>
                <a:ext uri="{FF2B5EF4-FFF2-40B4-BE49-F238E27FC236}">
                  <a16:creationId xmlns:a16="http://schemas.microsoft.com/office/drawing/2014/main" id="{760A04D8-6D2B-BC55-0750-E987AAA9D76E}"/>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3" name="テキスト ボックス 62">
              <a:extLst>
                <a:ext uri="{FF2B5EF4-FFF2-40B4-BE49-F238E27FC236}">
                  <a16:creationId xmlns:a16="http://schemas.microsoft.com/office/drawing/2014/main" id="{DDCC3EF1-1CFB-5143-5EB5-0084E7481015}"/>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5" name="テキスト ボックス 64">
              <a:extLst>
                <a:ext uri="{FF2B5EF4-FFF2-40B4-BE49-F238E27FC236}">
                  <a16:creationId xmlns:a16="http://schemas.microsoft.com/office/drawing/2014/main" id="{0CA11A1B-FAD6-7AEA-75D6-42EB2DFF2C48}"/>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37" name="四角形: 角を丸くする 36">
            <a:extLst>
              <a:ext uri="{FF2B5EF4-FFF2-40B4-BE49-F238E27FC236}">
                <a16:creationId xmlns:a16="http://schemas.microsoft.com/office/drawing/2014/main" id="{2FBD8127-5700-89DB-FC51-5CBB610D5C12}"/>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0B84AC78-FFFA-130E-98F8-8A1A9F65AA8A}"/>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9B0722D4-2799-9112-6330-46D3726E9DA8}"/>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CA6B0B25-1596-3B72-7362-6BA9985AA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98732546-59BE-64E3-3E3A-97FE38808E0D}"/>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9ABCC6F7-D509-A52D-999D-6BA37BE943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B8FAA3D1-2A84-E397-AD5B-F8EE0C777ED4}"/>
              </a:ext>
            </a:extLst>
          </p:cNvPr>
          <p:cNvSpPr txBox="1"/>
          <p:nvPr/>
        </p:nvSpPr>
        <p:spPr>
          <a:xfrm>
            <a:off x="1624588" y="641390"/>
            <a:ext cx="1467068" cy="400110"/>
          </a:xfrm>
          <a:prstGeom prst="rect">
            <a:avLst/>
          </a:prstGeom>
          <a:noFill/>
        </p:spPr>
        <p:txBody>
          <a:bodyPr wrap="none" rtlCol="0">
            <a:spAutoFit/>
          </a:bodyPr>
          <a:lstStyle/>
          <a:p>
            <a:pPr algn="ctr"/>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ミッション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 name="四角形: 角を丸くする 1">
            <a:extLst>
              <a:ext uri="{FF2B5EF4-FFF2-40B4-BE49-F238E27FC236}">
                <a16:creationId xmlns:a16="http://schemas.microsoft.com/office/drawing/2014/main" id="{AA8F80E6-D58C-AA35-8A2B-EB134E42EAAF}"/>
              </a:ext>
            </a:extLst>
          </p:cNvPr>
          <p:cNvSpPr/>
          <p:nvPr/>
        </p:nvSpPr>
        <p:spPr>
          <a:xfrm>
            <a:off x="1698342" y="1327454"/>
            <a:ext cx="8795316" cy="4056319"/>
          </a:xfrm>
          <a:prstGeom prst="roundRect">
            <a:avLst>
              <a:gd name="adj" fmla="val 9765"/>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3" name="四角形: 角を丸くする 2">
            <a:extLst>
              <a:ext uri="{FF2B5EF4-FFF2-40B4-BE49-F238E27FC236}">
                <a16:creationId xmlns:a16="http://schemas.microsoft.com/office/drawing/2014/main" id="{28D4C69D-0E34-3FDB-34BE-8A3676F89395}"/>
              </a:ext>
            </a:extLst>
          </p:cNvPr>
          <p:cNvSpPr/>
          <p:nvPr/>
        </p:nvSpPr>
        <p:spPr>
          <a:xfrm>
            <a:off x="2051021" y="3014639"/>
            <a:ext cx="1545081" cy="712577"/>
          </a:xfrm>
          <a:prstGeom prst="roundRect">
            <a:avLst>
              <a:gd name="adj" fmla="val 9765"/>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rPr>
              <a:t>リミット</a:t>
            </a:r>
          </a:p>
        </p:txBody>
      </p:sp>
      <p:sp>
        <p:nvSpPr>
          <p:cNvPr id="4" name="四角形: 角を丸くする 3">
            <a:extLst>
              <a:ext uri="{FF2B5EF4-FFF2-40B4-BE49-F238E27FC236}">
                <a16:creationId xmlns:a16="http://schemas.microsoft.com/office/drawing/2014/main" id="{B8E832A3-7F0C-EBE5-7250-29F07825423D}"/>
              </a:ext>
            </a:extLst>
          </p:cNvPr>
          <p:cNvSpPr/>
          <p:nvPr/>
        </p:nvSpPr>
        <p:spPr>
          <a:xfrm>
            <a:off x="2051021" y="1871154"/>
            <a:ext cx="1545081" cy="712577"/>
          </a:xfrm>
          <a:prstGeom prst="roundRect">
            <a:avLst>
              <a:gd name="adj" fmla="val 9765"/>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メイン</a:t>
            </a:r>
          </a:p>
        </p:txBody>
      </p:sp>
      <p:sp>
        <p:nvSpPr>
          <p:cNvPr id="5" name="四角形: 角を丸くする 4">
            <a:extLst>
              <a:ext uri="{FF2B5EF4-FFF2-40B4-BE49-F238E27FC236}">
                <a16:creationId xmlns:a16="http://schemas.microsoft.com/office/drawing/2014/main" id="{E219126C-F0A8-7207-E261-2B8100B64DED}"/>
              </a:ext>
            </a:extLst>
          </p:cNvPr>
          <p:cNvSpPr/>
          <p:nvPr/>
        </p:nvSpPr>
        <p:spPr>
          <a:xfrm>
            <a:off x="2051021" y="4158125"/>
            <a:ext cx="1545081" cy="712577"/>
          </a:xfrm>
          <a:prstGeom prst="roundRect">
            <a:avLst>
              <a:gd name="adj" fmla="val 9765"/>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完了済み</a:t>
            </a:r>
          </a:p>
        </p:txBody>
      </p:sp>
      <p:sp>
        <p:nvSpPr>
          <p:cNvPr id="6" name="フリーフォーム: 図形 5">
            <a:extLst>
              <a:ext uri="{FF2B5EF4-FFF2-40B4-BE49-F238E27FC236}">
                <a16:creationId xmlns:a16="http://schemas.microsoft.com/office/drawing/2014/main" id="{288BFE79-BE36-2ED9-136A-EAD999982085}"/>
              </a:ext>
            </a:extLst>
          </p:cNvPr>
          <p:cNvSpPr/>
          <p:nvPr/>
        </p:nvSpPr>
        <p:spPr>
          <a:xfrm>
            <a:off x="3948781" y="1334606"/>
            <a:ext cx="6544877" cy="4056319"/>
          </a:xfrm>
          <a:custGeom>
            <a:avLst/>
            <a:gdLst>
              <a:gd name="csX0" fmla="*/ 0 w 6544877"/>
              <a:gd name="csY0" fmla="*/ 0 h 4056319"/>
              <a:gd name="csX1" fmla="*/ 6148777 w 6544877"/>
              <a:gd name="csY1" fmla="*/ 0 h 4056319"/>
              <a:gd name="csX2" fmla="*/ 6544877 w 6544877"/>
              <a:gd name="csY2" fmla="*/ 396100 h 4056319"/>
              <a:gd name="csX3" fmla="*/ 6544877 w 6544877"/>
              <a:gd name="csY3" fmla="*/ 3660219 h 4056319"/>
              <a:gd name="csX4" fmla="*/ 6148777 w 6544877"/>
              <a:gd name="csY4" fmla="*/ 4056319 h 4056319"/>
              <a:gd name="csX5" fmla="*/ 0 w 6544877"/>
              <a:gd name="csY5" fmla="*/ 4056319 h 4056319"/>
            </a:gdLst>
            <a:ahLst/>
            <a:cxnLst>
              <a:cxn ang="0">
                <a:pos x="csX0" y="csY0"/>
              </a:cxn>
              <a:cxn ang="0">
                <a:pos x="csX1" y="csY1"/>
              </a:cxn>
              <a:cxn ang="0">
                <a:pos x="csX2" y="csY2"/>
              </a:cxn>
              <a:cxn ang="0">
                <a:pos x="csX3" y="csY3"/>
              </a:cxn>
              <a:cxn ang="0">
                <a:pos x="csX4" y="csY4"/>
              </a:cxn>
              <a:cxn ang="0">
                <a:pos x="csX5" y="csY5"/>
              </a:cxn>
            </a:cxnLst>
            <a:rect l="l" t="t" r="r" b="b"/>
            <a:pathLst>
              <a:path w="6544877" h="4056319">
                <a:moveTo>
                  <a:pt x="0" y="0"/>
                </a:moveTo>
                <a:lnTo>
                  <a:pt x="6148777" y="0"/>
                </a:lnTo>
                <a:cubicBezTo>
                  <a:pt x="6367537" y="0"/>
                  <a:pt x="6544877" y="177340"/>
                  <a:pt x="6544877" y="396100"/>
                </a:cubicBezTo>
                <a:lnTo>
                  <a:pt x="6544877" y="3660219"/>
                </a:lnTo>
                <a:cubicBezTo>
                  <a:pt x="6544877" y="3878979"/>
                  <a:pt x="6367537" y="4056319"/>
                  <a:pt x="6148777" y="4056319"/>
                </a:cubicBezTo>
                <a:lnTo>
                  <a:pt x="0" y="4056319"/>
                </a:lnTo>
                <a:close/>
              </a:path>
            </a:pathLst>
          </a:cu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kumimoji="1" lang="ja-JP" altLang="en-US"/>
          </a:p>
        </p:txBody>
      </p:sp>
      <p:sp>
        <p:nvSpPr>
          <p:cNvPr id="7" name="四角形: 角を丸くする 6">
            <a:extLst>
              <a:ext uri="{FF2B5EF4-FFF2-40B4-BE49-F238E27FC236}">
                <a16:creationId xmlns:a16="http://schemas.microsoft.com/office/drawing/2014/main" id="{0258E596-19BD-A7B5-849B-BC87F7B9BE14}"/>
              </a:ext>
            </a:extLst>
          </p:cNvPr>
          <p:cNvSpPr/>
          <p:nvPr/>
        </p:nvSpPr>
        <p:spPr>
          <a:xfrm>
            <a:off x="3287031" y="3009492"/>
            <a:ext cx="1545081" cy="712577"/>
          </a:xfrm>
          <a:prstGeom prst="roundRect">
            <a:avLst>
              <a:gd name="adj" fmla="val 9765"/>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5" name="テキスト ボックス 14">
            <a:extLst>
              <a:ext uri="{FF2B5EF4-FFF2-40B4-BE49-F238E27FC236}">
                <a16:creationId xmlns:a16="http://schemas.microsoft.com/office/drawing/2014/main" id="{5AAC6769-9A8D-50AA-EB3F-01C47A0EFA1D}"/>
              </a:ext>
            </a:extLst>
          </p:cNvPr>
          <p:cNvSpPr txBox="1"/>
          <p:nvPr/>
        </p:nvSpPr>
        <p:spPr>
          <a:xfrm>
            <a:off x="5487411" y="1472065"/>
            <a:ext cx="3467616" cy="584775"/>
          </a:xfrm>
          <a:prstGeom prst="rect">
            <a:avLst/>
          </a:prstGeom>
          <a:noFill/>
        </p:spPr>
        <p:txBody>
          <a:bodyPr wrap="none" rtlCol="0">
            <a:spAutoFit/>
          </a:bodyPr>
          <a:lstStyle/>
          <a:p>
            <a:pPr algn="ctr"/>
            <a:r>
              <a:rPr lang="en-US" altLang="ja-JP" sz="32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0</a:t>
            </a: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章リミットミッション</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nvGrpSpPr>
          <p:cNvPr id="12" name="グループ化 11">
            <a:extLst>
              <a:ext uri="{FF2B5EF4-FFF2-40B4-BE49-F238E27FC236}">
                <a16:creationId xmlns:a16="http://schemas.microsoft.com/office/drawing/2014/main" id="{BB88C6D8-8A7D-C3F7-60F6-EF7BBD051BF5}"/>
              </a:ext>
            </a:extLst>
          </p:cNvPr>
          <p:cNvGrpSpPr/>
          <p:nvPr/>
        </p:nvGrpSpPr>
        <p:grpSpPr>
          <a:xfrm>
            <a:off x="4558118" y="2229140"/>
            <a:ext cx="5102512" cy="619528"/>
            <a:chOff x="4560112" y="2357800"/>
            <a:chExt cx="5102512" cy="619528"/>
          </a:xfrm>
        </p:grpSpPr>
        <p:sp>
          <p:nvSpPr>
            <p:cNvPr id="11" name="四角形: 角を丸くする 10">
              <a:extLst>
                <a:ext uri="{FF2B5EF4-FFF2-40B4-BE49-F238E27FC236}">
                  <a16:creationId xmlns:a16="http://schemas.microsoft.com/office/drawing/2014/main" id="{3DB44C83-4409-3DD3-BDBB-7A7425024C55}"/>
                </a:ext>
              </a:extLst>
            </p:cNvPr>
            <p:cNvSpPr/>
            <p:nvPr/>
          </p:nvSpPr>
          <p:spPr>
            <a:xfrm>
              <a:off x="4560112" y="2357800"/>
              <a:ext cx="5102512" cy="619528"/>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nvGrpSpPr>
            <p:cNvPr id="18" name="グループ化 17">
              <a:extLst>
                <a:ext uri="{FF2B5EF4-FFF2-40B4-BE49-F238E27FC236}">
                  <a16:creationId xmlns:a16="http://schemas.microsoft.com/office/drawing/2014/main" id="{304DAA67-C2CC-5409-42ED-A6D06029DBE6}"/>
                </a:ext>
              </a:extLst>
            </p:cNvPr>
            <p:cNvGrpSpPr/>
            <p:nvPr/>
          </p:nvGrpSpPr>
          <p:grpSpPr>
            <a:xfrm>
              <a:off x="7856185" y="2477481"/>
              <a:ext cx="976199" cy="380166"/>
              <a:chOff x="6592795" y="2998878"/>
              <a:chExt cx="976199" cy="380166"/>
            </a:xfrm>
          </p:grpSpPr>
          <p:sp>
            <p:nvSpPr>
              <p:cNvPr id="20" name="二等辺三角形 19">
                <a:extLst>
                  <a:ext uri="{FF2B5EF4-FFF2-40B4-BE49-F238E27FC236}">
                    <a16:creationId xmlns:a16="http://schemas.microsoft.com/office/drawing/2014/main" id="{E9AA1FB2-9712-46F7-235A-708672102CFA}"/>
                  </a:ext>
                </a:extLst>
              </p:cNvPr>
              <p:cNvSpPr/>
              <p:nvPr/>
            </p:nvSpPr>
            <p:spPr>
              <a:xfrm rot="5400000">
                <a:off x="7230628" y="3040678"/>
                <a:ext cx="363430" cy="313302"/>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2DD44A16-A1AE-90D8-2456-5F76E2A9C8A9}"/>
                  </a:ext>
                </a:extLst>
              </p:cNvPr>
              <p:cNvSpPr txBox="1"/>
              <p:nvPr/>
            </p:nvSpPr>
            <p:spPr>
              <a:xfrm>
                <a:off x="6592795" y="2998878"/>
                <a:ext cx="646332" cy="369332"/>
              </a:xfrm>
              <a:prstGeom prst="rect">
                <a:avLst/>
              </a:prstGeom>
              <a:noFill/>
            </p:spPr>
            <p:txBody>
              <a:bodyPr wrap="none" rtlCol="0">
                <a:spAutoFit/>
              </a:bodyPr>
              <a:lstStyle/>
              <a:p>
                <a:pPr algn="ctr"/>
                <a:r>
                  <a:rPr lang="ja-JP" altLang="en-US">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rPr>
                  <a:t>進む</a:t>
                </a:r>
                <a:endParaRPr kumimoji="1" lang="ja-JP" altLang="en-US" dirty="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29" name="テキスト ボックス 28">
              <a:extLst>
                <a:ext uri="{FF2B5EF4-FFF2-40B4-BE49-F238E27FC236}">
                  <a16:creationId xmlns:a16="http://schemas.microsoft.com/office/drawing/2014/main" id="{FF4923BB-CF50-BF07-9192-41B4E451DF60}"/>
                </a:ext>
              </a:extLst>
            </p:cNvPr>
            <p:cNvSpPr txBox="1"/>
            <p:nvPr/>
          </p:nvSpPr>
          <p:spPr>
            <a:xfrm>
              <a:off x="4758592" y="2467509"/>
              <a:ext cx="1723549"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ミッション名</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82" name="楕円 81">
              <a:extLst>
                <a:ext uri="{FF2B5EF4-FFF2-40B4-BE49-F238E27FC236}">
                  <a16:creationId xmlns:a16="http://schemas.microsoft.com/office/drawing/2014/main" id="{2FC992DD-609A-6C3D-ED7B-F878C02DDABF}"/>
                </a:ext>
              </a:extLst>
            </p:cNvPr>
            <p:cNvSpPr/>
            <p:nvPr/>
          </p:nvSpPr>
          <p:spPr>
            <a:xfrm flipH="1">
              <a:off x="9045928" y="2444807"/>
              <a:ext cx="445515" cy="445515"/>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97A0C767-274C-7CC5-ABA4-1EBB8A37D4D4}"/>
              </a:ext>
            </a:extLst>
          </p:cNvPr>
          <p:cNvGrpSpPr/>
          <p:nvPr/>
        </p:nvGrpSpPr>
        <p:grpSpPr>
          <a:xfrm>
            <a:off x="9917113" y="2265322"/>
            <a:ext cx="236362" cy="2161157"/>
            <a:chOff x="11044871" y="4022147"/>
            <a:chExt cx="236362" cy="2031812"/>
          </a:xfrm>
        </p:grpSpPr>
        <p:sp>
          <p:nvSpPr>
            <p:cNvPr id="9" name="四角形: 角を丸くする 8">
              <a:extLst>
                <a:ext uri="{FF2B5EF4-FFF2-40B4-BE49-F238E27FC236}">
                  <a16:creationId xmlns:a16="http://schemas.microsoft.com/office/drawing/2014/main" id="{87D694BD-81BD-0373-8B4B-9C91B8685D0B}"/>
                </a:ext>
              </a:extLst>
            </p:cNvPr>
            <p:cNvSpPr/>
            <p:nvPr/>
          </p:nvSpPr>
          <p:spPr>
            <a:xfrm>
              <a:off x="11044871" y="4022147"/>
              <a:ext cx="236362" cy="2031812"/>
            </a:xfrm>
            <a:prstGeom prst="round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 name="四角形: 角を丸くする 9">
              <a:extLst>
                <a:ext uri="{FF2B5EF4-FFF2-40B4-BE49-F238E27FC236}">
                  <a16:creationId xmlns:a16="http://schemas.microsoft.com/office/drawing/2014/main" id="{3581B02F-2FCD-3A85-FD73-6FA45ABF36E1}"/>
                </a:ext>
              </a:extLst>
            </p:cNvPr>
            <p:cNvSpPr/>
            <p:nvPr/>
          </p:nvSpPr>
          <p:spPr>
            <a:xfrm>
              <a:off x="11066205" y="4094529"/>
              <a:ext cx="193695" cy="571313"/>
            </a:xfrm>
            <a:prstGeom prst="roundRec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13" name="グループ化 12">
            <a:extLst>
              <a:ext uri="{FF2B5EF4-FFF2-40B4-BE49-F238E27FC236}">
                <a16:creationId xmlns:a16="http://schemas.microsoft.com/office/drawing/2014/main" id="{ADC4398E-1BC0-B65A-C344-EAAA878085CB}"/>
              </a:ext>
            </a:extLst>
          </p:cNvPr>
          <p:cNvGrpSpPr/>
          <p:nvPr/>
        </p:nvGrpSpPr>
        <p:grpSpPr>
          <a:xfrm>
            <a:off x="4558118" y="3036383"/>
            <a:ext cx="5102512" cy="619528"/>
            <a:chOff x="4560112" y="2357800"/>
            <a:chExt cx="5102512" cy="619528"/>
          </a:xfrm>
        </p:grpSpPr>
        <p:sp>
          <p:nvSpPr>
            <p:cNvPr id="14" name="四角形: 角を丸くする 13">
              <a:extLst>
                <a:ext uri="{FF2B5EF4-FFF2-40B4-BE49-F238E27FC236}">
                  <a16:creationId xmlns:a16="http://schemas.microsoft.com/office/drawing/2014/main" id="{8B28C813-0353-5EBB-7742-3FC6E29A8021}"/>
                </a:ext>
              </a:extLst>
            </p:cNvPr>
            <p:cNvSpPr/>
            <p:nvPr/>
          </p:nvSpPr>
          <p:spPr>
            <a:xfrm>
              <a:off x="4560112" y="2357800"/>
              <a:ext cx="5102512" cy="619528"/>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nvGrpSpPr>
            <p:cNvPr id="16" name="グループ化 15">
              <a:extLst>
                <a:ext uri="{FF2B5EF4-FFF2-40B4-BE49-F238E27FC236}">
                  <a16:creationId xmlns:a16="http://schemas.microsoft.com/office/drawing/2014/main" id="{A835949A-5A56-F842-85D3-881CE6C6F3F8}"/>
                </a:ext>
              </a:extLst>
            </p:cNvPr>
            <p:cNvGrpSpPr/>
            <p:nvPr/>
          </p:nvGrpSpPr>
          <p:grpSpPr>
            <a:xfrm>
              <a:off x="7856185" y="2477481"/>
              <a:ext cx="976199" cy="380166"/>
              <a:chOff x="6592795" y="2998878"/>
              <a:chExt cx="976199" cy="380166"/>
            </a:xfrm>
          </p:grpSpPr>
          <p:sp>
            <p:nvSpPr>
              <p:cNvPr id="21" name="二等辺三角形 20">
                <a:extLst>
                  <a:ext uri="{FF2B5EF4-FFF2-40B4-BE49-F238E27FC236}">
                    <a16:creationId xmlns:a16="http://schemas.microsoft.com/office/drawing/2014/main" id="{7BD155C7-62CD-04E9-7884-1BE538ECE22B}"/>
                  </a:ext>
                </a:extLst>
              </p:cNvPr>
              <p:cNvSpPr/>
              <p:nvPr/>
            </p:nvSpPr>
            <p:spPr>
              <a:xfrm rot="5400000">
                <a:off x="7230628" y="3040678"/>
                <a:ext cx="363430" cy="313302"/>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D3095A9F-8DCA-8D11-63FD-0572F190524C}"/>
                  </a:ext>
                </a:extLst>
              </p:cNvPr>
              <p:cNvSpPr txBox="1"/>
              <p:nvPr/>
            </p:nvSpPr>
            <p:spPr>
              <a:xfrm>
                <a:off x="6592795" y="2998878"/>
                <a:ext cx="646332" cy="369332"/>
              </a:xfrm>
              <a:prstGeom prst="rect">
                <a:avLst/>
              </a:prstGeom>
              <a:noFill/>
            </p:spPr>
            <p:txBody>
              <a:bodyPr wrap="none" rtlCol="0">
                <a:spAutoFit/>
              </a:bodyPr>
              <a:lstStyle/>
              <a:p>
                <a:pPr algn="ctr"/>
                <a:r>
                  <a:rPr lang="ja-JP" altLang="en-US">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rPr>
                  <a:t>進む</a:t>
                </a:r>
                <a:endParaRPr kumimoji="1" lang="ja-JP" altLang="en-US" dirty="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17" name="テキスト ボックス 16">
              <a:extLst>
                <a:ext uri="{FF2B5EF4-FFF2-40B4-BE49-F238E27FC236}">
                  <a16:creationId xmlns:a16="http://schemas.microsoft.com/office/drawing/2014/main" id="{1F73707E-B75C-2EE8-4A0A-23E842257962}"/>
                </a:ext>
              </a:extLst>
            </p:cNvPr>
            <p:cNvSpPr txBox="1"/>
            <p:nvPr/>
          </p:nvSpPr>
          <p:spPr>
            <a:xfrm>
              <a:off x="4758592" y="2467509"/>
              <a:ext cx="1723549"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ミッション名</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19" name="楕円 18">
              <a:extLst>
                <a:ext uri="{FF2B5EF4-FFF2-40B4-BE49-F238E27FC236}">
                  <a16:creationId xmlns:a16="http://schemas.microsoft.com/office/drawing/2014/main" id="{AB947C47-991F-4D08-F529-41D7D31777FF}"/>
                </a:ext>
              </a:extLst>
            </p:cNvPr>
            <p:cNvSpPr/>
            <p:nvPr/>
          </p:nvSpPr>
          <p:spPr>
            <a:xfrm flipH="1">
              <a:off x="9045928" y="2444807"/>
              <a:ext cx="445515" cy="445515"/>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0" name="グループ化 29">
            <a:extLst>
              <a:ext uri="{FF2B5EF4-FFF2-40B4-BE49-F238E27FC236}">
                <a16:creationId xmlns:a16="http://schemas.microsoft.com/office/drawing/2014/main" id="{3EB22C6F-AE22-0FB7-B59F-9C32BECDA1AD}"/>
              </a:ext>
            </a:extLst>
          </p:cNvPr>
          <p:cNvGrpSpPr/>
          <p:nvPr/>
        </p:nvGrpSpPr>
        <p:grpSpPr>
          <a:xfrm>
            <a:off x="4558118" y="3843626"/>
            <a:ext cx="5102512" cy="619528"/>
            <a:chOff x="4560112" y="2357800"/>
            <a:chExt cx="5102512" cy="619528"/>
          </a:xfrm>
        </p:grpSpPr>
        <p:sp>
          <p:nvSpPr>
            <p:cNvPr id="31" name="四角形: 角を丸くする 30">
              <a:extLst>
                <a:ext uri="{FF2B5EF4-FFF2-40B4-BE49-F238E27FC236}">
                  <a16:creationId xmlns:a16="http://schemas.microsoft.com/office/drawing/2014/main" id="{30BE969A-D429-96C9-2ACE-314D3DB30E53}"/>
                </a:ext>
              </a:extLst>
            </p:cNvPr>
            <p:cNvSpPr/>
            <p:nvPr/>
          </p:nvSpPr>
          <p:spPr>
            <a:xfrm>
              <a:off x="4560112" y="2357800"/>
              <a:ext cx="5102512" cy="619528"/>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nvGrpSpPr>
            <p:cNvPr id="33" name="グループ化 32">
              <a:extLst>
                <a:ext uri="{FF2B5EF4-FFF2-40B4-BE49-F238E27FC236}">
                  <a16:creationId xmlns:a16="http://schemas.microsoft.com/office/drawing/2014/main" id="{CFB2F133-CAF1-506D-7177-182146E5AB43}"/>
                </a:ext>
              </a:extLst>
            </p:cNvPr>
            <p:cNvGrpSpPr/>
            <p:nvPr/>
          </p:nvGrpSpPr>
          <p:grpSpPr>
            <a:xfrm>
              <a:off x="7856185" y="2477481"/>
              <a:ext cx="976199" cy="380166"/>
              <a:chOff x="6592795" y="2998878"/>
              <a:chExt cx="976199" cy="380166"/>
            </a:xfrm>
          </p:grpSpPr>
          <p:sp>
            <p:nvSpPr>
              <p:cNvPr id="36" name="二等辺三角形 35">
                <a:extLst>
                  <a:ext uri="{FF2B5EF4-FFF2-40B4-BE49-F238E27FC236}">
                    <a16:creationId xmlns:a16="http://schemas.microsoft.com/office/drawing/2014/main" id="{F3A9B34E-E1A5-74F3-80ED-3ABC1B20A1BC}"/>
                  </a:ext>
                </a:extLst>
              </p:cNvPr>
              <p:cNvSpPr/>
              <p:nvPr/>
            </p:nvSpPr>
            <p:spPr>
              <a:xfrm rot="5400000">
                <a:off x="7230628" y="3040678"/>
                <a:ext cx="363430" cy="313302"/>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CD9B426B-B373-BFB4-0EE7-DCC421E6E09A}"/>
                  </a:ext>
                </a:extLst>
              </p:cNvPr>
              <p:cNvSpPr txBox="1"/>
              <p:nvPr/>
            </p:nvSpPr>
            <p:spPr>
              <a:xfrm>
                <a:off x="6592795" y="2998878"/>
                <a:ext cx="646332" cy="369332"/>
              </a:xfrm>
              <a:prstGeom prst="rect">
                <a:avLst/>
              </a:prstGeom>
              <a:noFill/>
            </p:spPr>
            <p:txBody>
              <a:bodyPr wrap="none" rtlCol="0">
                <a:spAutoFit/>
              </a:bodyPr>
              <a:lstStyle/>
              <a:p>
                <a:pPr algn="ctr"/>
                <a:r>
                  <a:rPr lang="ja-JP" altLang="en-US">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rPr>
                  <a:t>進む</a:t>
                </a:r>
                <a:endParaRPr kumimoji="1" lang="ja-JP" altLang="en-US" dirty="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34" name="テキスト ボックス 33">
              <a:extLst>
                <a:ext uri="{FF2B5EF4-FFF2-40B4-BE49-F238E27FC236}">
                  <a16:creationId xmlns:a16="http://schemas.microsoft.com/office/drawing/2014/main" id="{1F33BF48-E60D-9646-2E68-EE85C4BF516D}"/>
                </a:ext>
              </a:extLst>
            </p:cNvPr>
            <p:cNvSpPr txBox="1"/>
            <p:nvPr/>
          </p:nvSpPr>
          <p:spPr>
            <a:xfrm>
              <a:off x="4758592" y="2467509"/>
              <a:ext cx="1723549"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ミッション名</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5" name="楕円 34">
              <a:extLst>
                <a:ext uri="{FF2B5EF4-FFF2-40B4-BE49-F238E27FC236}">
                  <a16:creationId xmlns:a16="http://schemas.microsoft.com/office/drawing/2014/main" id="{1E2705CA-2A3D-CD8F-BF5A-5F05DF9BBF6F}"/>
                </a:ext>
              </a:extLst>
            </p:cNvPr>
            <p:cNvSpPr/>
            <p:nvPr/>
          </p:nvSpPr>
          <p:spPr>
            <a:xfrm flipH="1">
              <a:off x="9045928" y="2444807"/>
              <a:ext cx="445515" cy="445515"/>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8" name="グループ化 47">
            <a:extLst>
              <a:ext uri="{FF2B5EF4-FFF2-40B4-BE49-F238E27FC236}">
                <a16:creationId xmlns:a16="http://schemas.microsoft.com/office/drawing/2014/main" id="{7F8A3926-FE48-3A7D-8415-D35C1F1E72AD}"/>
              </a:ext>
            </a:extLst>
          </p:cNvPr>
          <p:cNvGrpSpPr/>
          <p:nvPr/>
        </p:nvGrpSpPr>
        <p:grpSpPr>
          <a:xfrm>
            <a:off x="4560112" y="4475160"/>
            <a:ext cx="5102512" cy="612948"/>
            <a:chOff x="4560112" y="4475160"/>
            <a:chExt cx="5102512" cy="612948"/>
          </a:xfrm>
        </p:grpSpPr>
        <p:sp>
          <p:nvSpPr>
            <p:cNvPr id="68" name="四角形: 角を丸くする 67">
              <a:extLst>
                <a:ext uri="{FF2B5EF4-FFF2-40B4-BE49-F238E27FC236}">
                  <a16:creationId xmlns:a16="http://schemas.microsoft.com/office/drawing/2014/main" id="{3BB2FB62-8C76-DD75-7078-0DF8848B72F4}"/>
                </a:ext>
              </a:extLst>
            </p:cNvPr>
            <p:cNvSpPr/>
            <p:nvPr/>
          </p:nvSpPr>
          <p:spPr>
            <a:xfrm>
              <a:off x="4560112" y="4475160"/>
              <a:ext cx="5102512" cy="612948"/>
            </a:xfrm>
            <a:prstGeom prst="roundRect">
              <a:avLst>
                <a:gd name="adj" fmla="val 9765"/>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0" name="テキスト ボックス 69">
              <a:extLst>
                <a:ext uri="{FF2B5EF4-FFF2-40B4-BE49-F238E27FC236}">
                  <a16:creationId xmlns:a16="http://schemas.microsoft.com/office/drawing/2014/main" id="{6ECB890A-9DC5-3240-FB18-99C20A57CEB8}"/>
                </a:ext>
              </a:extLst>
            </p:cNvPr>
            <p:cNvSpPr txBox="1"/>
            <p:nvPr/>
          </p:nvSpPr>
          <p:spPr>
            <a:xfrm>
              <a:off x="7094056" y="4649681"/>
              <a:ext cx="595035" cy="338554"/>
            </a:xfrm>
            <a:prstGeom prst="rect">
              <a:avLst/>
            </a:prstGeom>
            <a:noFill/>
          </p:spPr>
          <p:txBody>
            <a:bodyPr wrap="none" rtlCol="0">
              <a:spAutoFit/>
            </a:bodyPr>
            <a:lstStyle/>
            <a:p>
              <a:r>
                <a:rPr kumimoji="1" lang="ja-JP" altLang="en-US" sz="16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報酬</a:t>
              </a:r>
              <a:endParaRPr kumimoji="1" lang="ja-JP" altLang="en-US"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pic>
          <p:nvPicPr>
            <p:cNvPr id="76" name="図 75">
              <a:extLst>
                <a:ext uri="{FF2B5EF4-FFF2-40B4-BE49-F238E27FC236}">
                  <a16:creationId xmlns:a16="http://schemas.microsoft.com/office/drawing/2014/main" id="{A72CDCF5-23DB-7BAC-7078-6605C116D7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3772" y="4517996"/>
              <a:ext cx="532696" cy="518967"/>
            </a:xfrm>
            <a:prstGeom prst="rect">
              <a:avLst/>
            </a:prstGeom>
          </p:spPr>
        </p:pic>
        <p:sp>
          <p:nvSpPr>
            <p:cNvPr id="78" name="テキスト ボックス 77">
              <a:extLst>
                <a:ext uri="{FF2B5EF4-FFF2-40B4-BE49-F238E27FC236}">
                  <a16:creationId xmlns:a16="http://schemas.microsoft.com/office/drawing/2014/main" id="{0F925825-5B2D-E103-2054-EB7D5031362B}"/>
                </a:ext>
              </a:extLst>
            </p:cNvPr>
            <p:cNvSpPr txBox="1"/>
            <p:nvPr/>
          </p:nvSpPr>
          <p:spPr>
            <a:xfrm>
              <a:off x="7994981" y="4634292"/>
              <a:ext cx="710451" cy="369332"/>
            </a:xfrm>
            <a:prstGeom prst="rect">
              <a:avLst/>
            </a:prstGeom>
            <a:noFill/>
          </p:spPr>
          <p:txBody>
            <a:bodyPr wrap="none" rtlCol="0">
              <a:spAutoFit/>
            </a:bodyPr>
            <a:lstStyle/>
            <a:p>
              <a:r>
                <a:rPr lang="en-US" altLang="ja-JP" sz="1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a:t>
              </a:r>
              <a:r>
                <a:rPr lang="en-US" altLang="ja-JP">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005</a:t>
              </a:r>
              <a:endParaRPr kumimoji="1" lang="ja-JP" altLang="en-US" sz="16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80" name="テキスト ボックス 79">
              <a:extLst>
                <a:ext uri="{FF2B5EF4-FFF2-40B4-BE49-F238E27FC236}">
                  <a16:creationId xmlns:a16="http://schemas.microsoft.com/office/drawing/2014/main" id="{771B5F7E-B0E0-F345-FEA0-EEDD16C36364}"/>
                </a:ext>
              </a:extLst>
            </p:cNvPr>
            <p:cNvSpPr txBox="1"/>
            <p:nvPr/>
          </p:nvSpPr>
          <p:spPr>
            <a:xfrm>
              <a:off x="4801094" y="4550802"/>
              <a:ext cx="2146742" cy="461665"/>
            </a:xfrm>
            <a:prstGeom prst="rect">
              <a:avLst/>
            </a:prstGeom>
            <a:noFill/>
          </p:spPr>
          <p:txBody>
            <a:bodyPr wrap="none" rtlCol="0">
              <a:spAutoFit/>
            </a:bodyPr>
            <a:lstStyle/>
            <a:p>
              <a:r>
                <a:rPr kumimoji="1" lang="en-US" altLang="ja-JP"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0</a:t>
              </a:r>
              <a:r>
                <a:rPr kumimoji="1"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章</a:t>
              </a:r>
              <a:r>
                <a:rPr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達成</a:t>
              </a:r>
              <a:r>
                <a:rPr kumimoji="1"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数 </a:t>
              </a:r>
              <a:r>
                <a:rPr lang="en-US" altLang="ja-JP" sz="240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rPr>
                <a:t>0</a:t>
              </a:r>
              <a:r>
                <a:rPr kumimoji="1" lang="en-US" altLang="ja-JP" sz="240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rPr>
                <a:t>0/05</a:t>
              </a:r>
              <a:endParaRPr kumimoji="1" lang="ja-JP" altLang="en-US" dirty="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87" name="楕円 86">
              <a:extLst>
                <a:ext uri="{FF2B5EF4-FFF2-40B4-BE49-F238E27FC236}">
                  <a16:creationId xmlns:a16="http://schemas.microsoft.com/office/drawing/2014/main" id="{D1A7E859-B747-3FEF-FFA9-8753AB04E946}"/>
                </a:ext>
              </a:extLst>
            </p:cNvPr>
            <p:cNvSpPr/>
            <p:nvPr/>
          </p:nvSpPr>
          <p:spPr>
            <a:xfrm>
              <a:off x="8875497" y="4523866"/>
              <a:ext cx="508246" cy="508246"/>
            </a:xfrm>
            <a:prstGeom prst="ellips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テキスト ボックス 88">
              <a:extLst>
                <a:ext uri="{FF2B5EF4-FFF2-40B4-BE49-F238E27FC236}">
                  <a16:creationId xmlns:a16="http://schemas.microsoft.com/office/drawing/2014/main" id="{CCA87F82-313E-FDC7-E5DB-09F6836933BF}"/>
                </a:ext>
              </a:extLst>
            </p:cNvPr>
            <p:cNvSpPr txBox="1"/>
            <p:nvPr/>
          </p:nvSpPr>
          <p:spPr>
            <a:xfrm>
              <a:off x="8767983" y="4610306"/>
              <a:ext cx="723275" cy="307777"/>
            </a:xfrm>
            <a:prstGeom prst="rect">
              <a:avLst/>
            </a:prstGeom>
            <a:noFill/>
          </p:spPr>
          <p:txBody>
            <a:bodyPr wrap="none" rtlCol="0">
              <a:spAutoFit/>
            </a:bodyPr>
            <a:lstStyle/>
            <a:p>
              <a:pPr algn="ctr"/>
              <a:r>
                <a:rPr lang="ja-JP" altLang="en-US" sz="1400">
                  <a:solidFill>
                    <a:schemeClr val="bg1">
                      <a:lumMod val="95000"/>
                    </a:schemeClr>
                  </a:solidFill>
                  <a:effectLst>
                    <a:glow rad="114300">
                      <a:schemeClr val="tx1">
                        <a:lumMod val="50000"/>
                        <a:lumOff val="50000"/>
                        <a:alpha val="85000"/>
                      </a:schemeClr>
                    </a:glow>
                  </a:effectLst>
                  <a:latin typeface="原稿用標準書体" panose="03000503000000000000" pitchFamily="66" charset="-128"/>
                  <a:ea typeface="原稿用標準書体" panose="03000503000000000000" pitchFamily="66" charset="-128"/>
                  <a:cs typeface="叛逆明朝" panose="02000503000000000000" pitchFamily="2" charset="-128"/>
                </a:rPr>
                <a:t>未達成</a:t>
              </a:r>
            </a:p>
          </p:txBody>
        </p:sp>
      </p:grpSp>
    </p:spTree>
    <p:extLst>
      <p:ext uri="{BB962C8B-B14F-4D97-AF65-F5344CB8AC3E}">
        <p14:creationId xmlns:p14="http://schemas.microsoft.com/office/powerpoint/2010/main" val="3576508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11C9001-FC2C-E043-64F3-9B072AFA2453}"/>
            </a:ext>
          </a:extLst>
        </p:cNvPr>
        <p:cNvGrpSpPr/>
        <p:nvPr/>
      </p:nvGrpSpPr>
      <p:grpSpPr>
        <a:xfrm>
          <a:off x="0" y="0"/>
          <a:ext cx="0" cy="0"/>
          <a:chOff x="0" y="0"/>
          <a:chExt cx="0" cy="0"/>
        </a:xfrm>
      </p:grpSpPr>
      <p:grpSp>
        <p:nvGrpSpPr>
          <p:cNvPr id="66" name="グループ化 65">
            <a:extLst>
              <a:ext uri="{FF2B5EF4-FFF2-40B4-BE49-F238E27FC236}">
                <a16:creationId xmlns:a16="http://schemas.microsoft.com/office/drawing/2014/main" id="{E90C0D74-BF45-0A1B-4C56-0FB009435EC4}"/>
              </a:ext>
            </a:extLst>
          </p:cNvPr>
          <p:cNvGrpSpPr/>
          <p:nvPr/>
        </p:nvGrpSpPr>
        <p:grpSpPr>
          <a:xfrm>
            <a:off x="431675" y="5640918"/>
            <a:ext cx="11328651" cy="929715"/>
            <a:chOff x="431675" y="5640918"/>
            <a:chExt cx="11328651" cy="929715"/>
          </a:xfrm>
        </p:grpSpPr>
        <p:sp>
          <p:nvSpPr>
            <p:cNvPr id="43" name="四角形: 角を丸くする 42">
              <a:extLst>
                <a:ext uri="{FF2B5EF4-FFF2-40B4-BE49-F238E27FC236}">
                  <a16:creationId xmlns:a16="http://schemas.microsoft.com/office/drawing/2014/main" id="{18F4F281-98F4-700E-B9A0-ED4BC365AD0A}"/>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53" name="四角形: 角を丸くする 52">
              <a:extLst>
                <a:ext uri="{FF2B5EF4-FFF2-40B4-BE49-F238E27FC236}">
                  <a16:creationId xmlns:a16="http://schemas.microsoft.com/office/drawing/2014/main" id="{4FB750BF-1F8D-9379-E75F-D0087FE3355A}"/>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5" name="テキスト ボックス 54">
              <a:extLst>
                <a:ext uri="{FF2B5EF4-FFF2-40B4-BE49-F238E27FC236}">
                  <a16:creationId xmlns:a16="http://schemas.microsoft.com/office/drawing/2014/main" id="{91F0075E-0579-EDDA-73A2-11189EECDD27}"/>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7" name="テキスト ボックス 56">
              <a:extLst>
                <a:ext uri="{FF2B5EF4-FFF2-40B4-BE49-F238E27FC236}">
                  <a16:creationId xmlns:a16="http://schemas.microsoft.com/office/drawing/2014/main" id="{DB9ECB08-A5C0-3DC5-34AF-F2AE71AC999F}"/>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9" name="テキスト ボックス 58">
              <a:extLst>
                <a:ext uri="{FF2B5EF4-FFF2-40B4-BE49-F238E27FC236}">
                  <a16:creationId xmlns:a16="http://schemas.microsoft.com/office/drawing/2014/main" id="{BD0E0C08-C7B0-2E62-BD83-2A27CDDEE147}"/>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1" name="テキスト ボックス 60">
              <a:extLst>
                <a:ext uri="{FF2B5EF4-FFF2-40B4-BE49-F238E27FC236}">
                  <a16:creationId xmlns:a16="http://schemas.microsoft.com/office/drawing/2014/main" id="{A4CC47EE-7CFE-7A75-3770-FC6701AEAE4A}"/>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3" name="テキスト ボックス 62">
              <a:extLst>
                <a:ext uri="{FF2B5EF4-FFF2-40B4-BE49-F238E27FC236}">
                  <a16:creationId xmlns:a16="http://schemas.microsoft.com/office/drawing/2014/main" id="{9A13F06B-21FB-702C-66EF-18401BC5F061}"/>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5" name="テキスト ボックス 64">
              <a:extLst>
                <a:ext uri="{FF2B5EF4-FFF2-40B4-BE49-F238E27FC236}">
                  <a16:creationId xmlns:a16="http://schemas.microsoft.com/office/drawing/2014/main" id="{7E0A5D40-57F4-26BC-E31C-345A385BD8DC}"/>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37" name="四角形: 角を丸くする 36">
            <a:extLst>
              <a:ext uri="{FF2B5EF4-FFF2-40B4-BE49-F238E27FC236}">
                <a16:creationId xmlns:a16="http://schemas.microsoft.com/office/drawing/2014/main" id="{5D006B52-AF1F-01EC-CEC2-B8216B12A6DF}"/>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B6177132-3ECF-A908-930B-1F075843DF4E}"/>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0F7D3F51-4821-E3DC-5D63-1FBBF0537FC7}"/>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B4B4DF3A-0717-0A9A-18D3-3D43620C7A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C4C2FE3D-1A8B-CA43-F10B-F13478CB6925}"/>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904203A8-6CC1-8607-DB8A-EAC1E900FB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4324316A-9188-D028-ABB9-8E0E36DD92DD}"/>
              </a:ext>
            </a:extLst>
          </p:cNvPr>
          <p:cNvSpPr txBox="1"/>
          <p:nvPr/>
        </p:nvSpPr>
        <p:spPr>
          <a:xfrm>
            <a:off x="1624588" y="641390"/>
            <a:ext cx="1467068" cy="400110"/>
          </a:xfrm>
          <a:prstGeom prst="rect">
            <a:avLst/>
          </a:prstGeom>
          <a:noFill/>
        </p:spPr>
        <p:txBody>
          <a:bodyPr wrap="none" rtlCol="0">
            <a:spAutoFit/>
          </a:bodyPr>
          <a:lstStyle/>
          <a:p>
            <a:pPr algn="ctr"/>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ミッション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 name="四角形: 角を丸くする 1">
            <a:extLst>
              <a:ext uri="{FF2B5EF4-FFF2-40B4-BE49-F238E27FC236}">
                <a16:creationId xmlns:a16="http://schemas.microsoft.com/office/drawing/2014/main" id="{044EE6BD-0906-E898-7D87-8C096CB1EC65}"/>
              </a:ext>
            </a:extLst>
          </p:cNvPr>
          <p:cNvSpPr/>
          <p:nvPr/>
        </p:nvSpPr>
        <p:spPr>
          <a:xfrm>
            <a:off x="1698342" y="1327454"/>
            <a:ext cx="8795316" cy="4056319"/>
          </a:xfrm>
          <a:prstGeom prst="roundRect">
            <a:avLst>
              <a:gd name="adj" fmla="val 9765"/>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3" name="四角形: 角を丸くする 2">
            <a:extLst>
              <a:ext uri="{FF2B5EF4-FFF2-40B4-BE49-F238E27FC236}">
                <a16:creationId xmlns:a16="http://schemas.microsoft.com/office/drawing/2014/main" id="{43FB29CA-5307-EF02-4F33-B998261A7864}"/>
              </a:ext>
            </a:extLst>
          </p:cNvPr>
          <p:cNvSpPr/>
          <p:nvPr/>
        </p:nvSpPr>
        <p:spPr>
          <a:xfrm>
            <a:off x="2051021" y="3014639"/>
            <a:ext cx="1545081" cy="712577"/>
          </a:xfrm>
          <a:prstGeom prst="roundRect">
            <a:avLst>
              <a:gd name="adj" fmla="val 9765"/>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rPr>
              <a:t>リミット</a:t>
            </a:r>
          </a:p>
        </p:txBody>
      </p:sp>
      <p:sp>
        <p:nvSpPr>
          <p:cNvPr id="4" name="四角形: 角を丸くする 3">
            <a:extLst>
              <a:ext uri="{FF2B5EF4-FFF2-40B4-BE49-F238E27FC236}">
                <a16:creationId xmlns:a16="http://schemas.microsoft.com/office/drawing/2014/main" id="{E6ADA72B-CDBC-7B37-1082-B6E337BFB488}"/>
              </a:ext>
            </a:extLst>
          </p:cNvPr>
          <p:cNvSpPr/>
          <p:nvPr/>
        </p:nvSpPr>
        <p:spPr>
          <a:xfrm>
            <a:off x="2051021" y="1871154"/>
            <a:ext cx="1545081" cy="712577"/>
          </a:xfrm>
          <a:prstGeom prst="roundRect">
            <a:avLst>
              <a:gd name="adj" fmla="val 9765"/>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メイン</a:t>
            </a:r>
          </a:p>
        </p:txBody>
      </p:sp>
      <p:sp>
        <p:nvSpPr>
          <p:cNvPr id="5" name="四角形: 角を丸くする 4">
            <a:extLst>
              <a:ext uri="{FF2B5EF4-FFF2-40B4-BE49-F238E27FC236}">
                <a16:creationId xmlns:a16="http://schemas.microsoft.com/office/drawing/2014/main" id="{89376F24-E879-46FE-AB1B-720DB1C86426}"/>
              </a:ext>
            </a:extLst>
          </p:cNvPr>
          <p:cNvSpPr/>
          <p:nvPr/>
        </p:nvSpPr>
        <p:spPr>
          <a:xfrm>
            <a:off x="2051021" y="4158125"/>
            <a:ext cx="1545081" cy="712577"/>
          </a:xfrm>
          <a:prstGeom prst="roundRect">
            <a:avLst>
              <a:gd name="adj" fmla="val 9765"/>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完了済み</a:t>
            </a:r>
          </a:p>
        </p:txBody>
      </p:sp>
      <p:sp>
        <p:nvSpPr>
          <p:cNvPr id="6" name="フリーフォーム: 図形 5">
            <a:extLst>
              <a:ext uri="{FF2B5EF4-FFF2-40B4-BE49-F238E27FC236}">
                <a16:creationId xmlns:a16="http://schemas.microsoft.com/office/drawing/2014/main" id="{04736FAB-F3CB-AF73-81A4-49AF1A615742}"/>
              </a:ext>
            </a:extLst>
          </p:cNvPr>
          <p:cNvSpPr/>
          <p:nvPr/>
        </p:nvSpPr>
        <p:spPr>
          <a:xfrm>
            <a:off x="3948781" y="1334606"/>
            <a:ext cx="6544877" cy="4056319"/>
          </a:xfrm>
          <a:custGeom>
            <a:avLst/>
            <a:gdLst>
              <a:gd name="csX0" fmla="*/ 0 w 6544877"/>
              <a:gd name="csY0" fmla="*/ 0 h 4056319"/>
              <a:gd name="csX1" fmla="*/ 6148777 w 6544877"/>
              <a:gd name="csY1" fmla="*/ 0 h 4056319"/>
              <a:gd name="csX2" fmla="*/ 6544877 w 6544877"/>
              <a:gd name="csY2" fmla="*/ 396100 h 4056319"/>
              <a:gd name="csX3" fmla="*/ 6544877 w 6544877"/>
              <a:gd name="csY3" fmla="*/ 3660219 h 4056319"/>
              <a:gd name="csX4" fmla="*/ 6148777 w 6544877"/>
              <a:gd name="csY4" fmla="*/ 4056319 h 4056319"/>
              <a:gd name="csX5" fmla="*/ 0 w 6544877"/>
              <a:gd name="csY5" fmla="*/ 4056319 h 4056319"/>
            </a:gdLst>
            <a:ahLst/>
            <a:cxnLst>
              <a:cxn ang="0">
                <a:pos x="csX0" y="csY0"/>
              </a:cxn>
              <a:cxn ang="0">
                <a:pos x="csX1" y="csY1"/>
              </a:cxn>
              <a:cxn ang="0">
                <a:pos x="csX2" y="csY2"/>
              </a:cxn>
              <a:cxn ang="0">
                <a:pos x="csX3" y="csY3"/>
              </a:cxn>
              <a:cxn ang="0">
                <a:pos x="csX4" y="csY4"/>
              </a:cxn>
              <a:cxn ang="0">
                <a:pos x="csX5" y="csY5"/>
              </a:cxn>
            </a:cxnLst>
            <a:rect l="l" t="t" r="r" b="b"/>
            <a:pathLst>
              <a:path w="6544877" h="4056319">
                <a:moveTo>
                  <a:pt x="0" y="0"/>
                </a:moveTo>
                <a:lnTo>
                  <a:pt x="6148777" y="0"/>
                </a:lnTo>
                <a:cubicBezTo>
                  <a:pt x="6367537" y="0"/>
                  <a:pt x="6544877" y="177340"/>
                  <a:pt x="6544877" y="396100"/>
                </a:cubicBezTo>
                <a:lnTo>
                  <a:pt x="6544877" y="3660219"/>
                </a:lnTo>
                <a:cubicBezTo>
                  <a:pt x="6544877" y="3878979"/>
                  <a:pt x="6367537" y="4056319"/>
                  <a:pt x="6148777" y="4056319"/>
                </a:cubicBezTo>
                <a:lnTo>
                  <a:pt x="0" y="4056319"/>
                </a:lnTo>
                <a:close/>
              </a:path>
            </a:pathLst>
          </a:cu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kumimoji="1" lang="ja-JP" altLang="en-US"/>
          </a:p>
        </p:txBody>
      </p:sp>
      <p:sp>
        <p:nvSpPr>
          <p:cNvPr id="7" name="四角形: 角を丸くする 6">
            <a:extLst>
              <a:ext uri="{FF2B5EF4-FFF2-40B4-BE49-F238E27FC236}">
                <a16:creationId xmlns:a16="http://schemas.microsoft.com/office/drawing/2014/main" id="{C570B18F-7393-88F5-60D7-E3EFB201DE8D}"/>
              </a:ext>
            </a:extLst>
          </p:cNvPr>
          <p:cNvSpPr/>
          <p:nvPr/>
        </p:nvSpPr>
        <p:spPr>
          <a:xfrm>
            <a:off x="3287031" y="3009492"/>
            <a:ext cx="1545081" cy="712577"/>
          </a:xfrm>
          <a:prstGeom prst="roundRect">
            <a:avLst>
              <a:gd name="adj" fmla="val 9765"/>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5" name="テキスト ボックス 14">
            <a:extLst>
              <a:ext uri="{FF2B5EF4-FFF2-40B4-BE49-F238E27FC236}">
                <a16:creationId xmlns:a16="http://schemas.microsoft.com/office/drawing/2014/main" id="{15B15743-3BE2-80B9-07F2-A35DB63266CA}"/>
              </a:ext>
            </a:extLst>
          </p:cNvPr>
          <p:cNvSpPr txBox="1"/>
          <p:nvPr/>
        </p:nvSpPr>
        <p:spPr>
          <a:xfrm>
            <a:off x="5487411" y="1472065"/>
            <a:ext cx="3467616" cy="584775"/>
          </a:xfrm>
          <a:prstGeom prst="rect">
            <a:avLst/>
          </a:prstGeom>
          <a:noFill/>
        </p:spPr>
        <p:txBody>
          <a:bodyPr wrap="none" rtlCol="0">
            <a:spAutoFit/>
          </a:bodyPr>
          <a:lstStyle/>
          <a:p>
            <a:pPr algn="ctr"/>
            <a:r>
              <a:rPr lang="en-US" altLang="ja-JP" sz="32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0</a:t>
            </a:r>
            <a:r>
              <a:rPr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章リミットミッション</a:t>
            </a:r>
            <a:endParaRPr kumimoji="1" lang="ja-JP" altLang="en-US" sz="24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nvGrpSpPr>
          <p:cNvPr id="12" name="グループ化 11">
            <a:extLst>
              <a:ext uri="{FF2B5EF4-FFF2-40B4-BE49-F238E27FC236}">
                <a16:creationId xmlns:a16="http://schemas.microsoft.com/office/drawing/2014/main" id="{377798AA-055A-A7A9-03F7-4B2E313BD763}"/>
              </a:ext>
            </a:extLst>
          </p:cNvPr>
          <p:cNvGrpSpPr/>
          <p:nvPr/>
        </p:nvGrpSpPr>
        <p:grpSpPr>
          <a:xfrm>
            <a:off x="4558118" y="2229140"/>
            <a:ext cx="5102512" cy="619528"/>
            <a:chOff x="4560112" y="2357800"/>
            <a:chExt cx="5102512" cy="619528"/>
          </a:xfrm>
        </p:grpSpPr>
        <p:sp>
          <p:nvSpPr>
            <p:cNvPr id="11" name="四角形: 角を丸くする 10">
              <a:extLst>
                <a:ext uri="{FF2B5EF4-FFF2-40B4-BE49-F238E27FC236}">
                  <a16:creationId xmlns:a16="http://schemas.microsoft.com/office/drawing/2014/main" id="{D553842A-586B-ED6C-3E52-2C5D225D1F06}"/>
                </a:ext>
              </a:extLst>
            </p:cNvPr>
            <p:cNvSpPr/>
            <p:nvPr/>
          </p:nvSpPr>
          <p:spPr>
            <a:xfrm>
              <a:off x="4560112" y="2357800"/>
              <a:ext cx="5102512" cy="619528"/>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nvGrpSpPr>
            <p:cNvPr id="18" name="グループ化 17">
              <a:extLst>
                <a:ext uri="{FF2B5EF4-FFF2-40B4-BE49-F238E27FC236}">
                  <a16:creationId xmlns:a16="http://schemas.microsoft.com/office/drawing/2014/main" id="{67E13261-F3B6-DB20-47F7-90C8D5B9D7F7}"/>
                </a:ext>
              </a:extLst>
            </p:cNvPr>
            <p:cNvGrpSpPr/>
            <p:nvPr/>
          </p:nvGrpSpPr>
          <p:grpSpPr>
            <a:xfrm>
              <a:off x="7856185" y="2477481"/>
              <a:ext cx="976199" cy="380166"/>
              <a:chOff x="6592795" y="2998878"/>
              <a:chExt cx="976199" cy="380166"/>
            </a:xfrm>
          </p:grpSpPr>
          <p:sp>
            <p:nvSpPr>
              <p:cNvPr id="20" name="二等辺三角形 19">
                <a:extLst>
                  <a:ext uri="{FF2B5EF4-FFF2-40B4-BE49-F238E27FC236}">
                    <a16:creationId xmlns:a16="http://schemas.microsoft.com/office/drawing/2014/main" id="{155E1873-C38B-4455-A95D-9621DF4F9554}"/>
                  </a:ext>
                </a:extLst>
              </p:cNvPr>
              <p:cNvSpPr/>
              <p:nvPr/>
            </p:nvSpPr>
            <p:spPr>
              <a:xfrm rot="5400000">
                <a:off x="7230628" y="3040678"/>
                <a:ext cx="363430" cy="313302"/>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69C1C7B2-CA8E-16CE-DB32-87EBCAED2C69}"/>
                  </a:ext>
                </a:extLst>
              </p:cNvPr>
              <p:cNvSpPr txBox="1"/>
              <p:nvPr/>
            </p:nvSpPr>
            <p:spPr>
              <a:xfrm>
                <a:off x="6592795" y="2998878"/>
                <a:ext cx="646332" cy="369332"/>
              </a:xfrm>
              <a:prstGeom prst="rect">
                <a:avLst/>
              </a:prstGeom>
              <a:noFill/>
            </p:spPr>
            <p:txBody>
              <a:bodyPr wrap="none" rtlCol="0">
                <a:spAutoFit/>
              </a:bodyPr>
              <a:lstStyle/>
              <a:p>
                <a:pPr algn="ctr"/>
                <a:r>
                  <a:rPr lang="ja-JP" altLang="en-US">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rPr>
                  <a:t>進む</a:t>
                </a:r>
                <a:endParaRPr kumimoji="1" lang="ja-JP" altLang="en-US" dirty="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29" name="テキスト ボックス 28">
              <a:extLst>
                <a:ext uri="{FF2B5EF4-FFF2-40B4-BE49-F238E27FC236}">
                  <a16:creationId xmlns:a16="http://schemas.microsoft.com/office/drawing/2014/main" id="{B800F784-FB36-B4FC-9244-87FE3C22E36A}"/>
                </a:ext>
              </a:extLst>
            </p:cNvPr>
            <p:cNvSpPr txBox="1"/>
            <p:nvPr/>
          </p:nvSpPr>
          <p:spPr>
            <a:xfrm>
              <a:off x="4758592" y="2467509"/>
              <a:ext cx="1723549"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ミッション名</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82" name="楕円 81">
              <a:extLst>
                <a:ext uri="{FF2B5EF4-FFF2-40B4-BE49-F238E27FC236}">
                  <a16:creationId xmlns:a16="http://schemas.microsoft.com/office/drawing/2014/main" id="{9F4BBC18-CB1D-6A89-C256-35546149E6B1}"/>
                </a:ext>
              </a:extLst>
            </p:cNvPr>
            <p:cNvSpPr/>
            <p:nvPr/>
          </p:nvSpPr>
          <p:spPr>
            <a:xfrm flipH="1">
              <a:off x="9045928" y="2444807"/>
              <a:ext cx="445515" cy="445515"/>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797E425C-4DAF-033A-5922-A83C4A877EBE}"/>
              </a:ext>
            </a:extLst>
          </p:cNvPr>
          <p:cNvGrpSpPr/>
          <p:nvPr/>
        </p:nvGrpSpPr>
        <p:grpSpPr>
          <a:xfrm>
            <a:off x="9917113" y="2265322"/>
            <a:ext cx="236362" cy="2161157"/>
            <a:chOff x="11044871" y="4022147"/>
            <a:chExt cx="236362" cy="2031812"/>
          </a:xfrm>
        </p:grpSpPr>
        <p:sp>
          <p:nvSpPr>
            <p:cNvPr id="9" name="四角形: 角を丸くする 8">
              <a:extLst>
                <a:ext uri="{FF2B5EF4-FFF2-40B4-BE49-F238E27FC236}">
                  <a16:creationId xmlns:a16="http://schemas.microsoft.com/office/drawing/2014/main" id="{99E6E48A-6C60-DF48-6AC2-A3B6DB42A3EF}"/>
                </a:ext>
              </a:extLst>
            </p:cNvPr>
            <p:cNvSpPr/>
            <p:nvPr/>
          </p:nvSpPr>
          <p:spPr>
            <a:xfrm>
              <a:off x="11044871" y="4022147"/>
              <a:ext cx="236362" cy="2031812"/>
            </a:xfrm>
            <a:prstGeom prst="round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 name="四角形: 角を丸くする 9">
              <a:extLst>
                <a:ext uri="{FF2B5EF4-FFF2-40B4-BE49-F238E27FC236}">
                  <a16:creationId xmlns:a16="http://schemas.microsoft.com/office/drawing/2014/main" id="{E3C21993-C899-7CEE-3A60-64B7106DBE6D}"/>
                </a:ext>
              </a:extLst>
            </p:cNvPr>
            <p:cNvSpPr/>
            <p:nvPr/>
          </p:nvSpPr>
          <p:spPr>
            <a:xfrm>
              <a:off x="11066205" y="4094529"/>
              <a:ext cx="193695" cy="571313"/>
            </a:xfrm>
            <a:prstGeom prst="roundRec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sp>
        <p:nvSpPr>
          <p:cNvPr id="14" name="四角形: 角を丸くする 13">
            <a:extLst>
              <a:ext uri="{FF2B5EF4-FFF2-40B4-BE49-F238E27FC236}">
                <a16:creationId xmlns:a16="http://schemas.microsoft.com/office/drawing/2014/main" id="{7FF22D89-CCE6-F269-DB1C-88FAA0D7505E}"/>
              </a:ext>
            </a:extLst>
          </p:cNvPr>
          <p:cNvSpPr/>
          <p:nvPr/>
        </p:nvSpPr>
        <p:spPr>
          <a:xfrm>
            <a:off x="4558118" y="3036383"/>
            <a:ext cx="5102512" cy="619528"/>
          </a:xfrm>
          <a:prstGeom prst="roundRect">
            <a:avLst>
              <a:gd name="adj" fmla="val 9765"/>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7" name="テキスト ボックス 16">
            <a:extLst>
              <a:ext uri="{FF2B5EF4-FFF2-40B4-BE49-F238E27FC236}">
                <a16:creationId xmlns:a16="http://schemas.microsoft.com/office/drawing/2014/main" id="{9A09B65F-8DCB-D504-76A1-D819265B78C2}"/>
              </a:ext>
            </a:extLst>
          </p:cNvPr>
          <p:cNvSpPr txBox="1"/>
          <p:nvPr/>
        </p:nvSpPr>
        <p:spPr>
          <a:xfrm>
            <a:off x="4756598" y="3146092"/>
            <a:ext cx="1723549"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ミッション名</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nvGrpSpPr>
          <p:cNvPr id="30" name="グループ化 29">
            <a:extLst>
              <a:ext uri="{FF2B5EF4-FFF2-40B4-BE49-F238E27FC236}">
                <a16:creationId xmlns:a16="http://schemas.microsoft.com/office/drawing/2014/main" id="{60A939F4-E166-B3DA-293B-78A8DF00A6B4}"/>
              </a:ext>
            </a:extLst>
          </p:cNvPr>
          <p:cNvGrpSpPr/>
          <p:nvPr/>
        </p:nvGrpSpPr>
        <p:grpSpPr>
          <a:xfrm>
            <a:off x="4558118" y="3843626"/>
            <a:ext cx="5102512" cy="619528"/>
            <a:chOff x="4560112" y="2357800"/>
            <a:chExt cx="5102512" cy="619528"/>
          </a:xfrm>
        </p:grpSpPr>
        <p:sp>
          <p:nvSpPr>
            <p:cNvPr id="31" name="四角形: 角を丸くする 30">
              <a:extLst>
                <a:ext uri="{FF2B5EF4-FFF2-40B4-BE49-F238E27FC236}">
                  <a16:creationId xmlns:a16="http://schemas.microsoft.com/office/drawing/2014/main" id="{44FAD712-4CCA-08B7-C935-3FF2F6AACFC3}"/>
                </a:ext>
              </a:extLst>
            </p:cNvPr>
            <p:cNvSpPr/>
            <p:nvPr/>
          </p:nvSpPr>
          <p:spPr>
            <a:xfrm>
              <a:off x="4560112" y="2357800"/>
              <a:ext cx="5102512" cy="619528"/>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nvGrpSpPr>
            <p:cNvPr id="33" name="グループ化 32">
              <a:extLst>
                <a:ext uri="{FF2B5EF4-FFF2-40B4-BE49-F238E27FC236}">
                  <a16:creationId xmlns:a16="http://schemas.microsoft.com/office/drawing/2014/main" id="{BBDA444E-2B3D-51E7-97A6-A7BC4C97064B}"/>
                </a:ext>
              </a:extLst>
            </p:cNvPr>
            <p:cNvGrpSpPr/>
            <p:nvPr/>
          </p:nvGrpSpPr>
          <p:grpSpPr>
            <a:xfrm>
              <a:off x="7856185" y="2477481"/>
              <a:ext cx="976199" cy="380166"/>
              <a:chOff x="6592795" y="2998878"/>
              <a:chExt cx="976199" cy="380166"/>
            </a:xfrm>
          </p:grpSpPr>
          <p:sp>
            <p:nvSpPr>
              <p:cNvPr id="36" name="二等辺三角形 35">
                <a:extLst>
                  <a:ext uri="{FF2B5EF4-FFF2-40B4-BE49-F238E27FC236}">
                    <a16:creationId xmlns:a16="http://schemas.microsoft.com/office/drawing/2014/main" id="{F97E2023-8BA8-6B13-3FFD-30A0FABAF169}"/>
                  </a:ext>
                </a:extLst>
              </p:cNvPr>
              <p:cNvSpPr/>
              <p:nvPr/>
            </p:nvSpPr>
            <p:spPr>
              <a:xfrm rot="5400000">
                <a:off x="7230628" y="3040678"/>
                <a:ext cx="363430" cy="313302"/>
              </a:xfrm>
              <a:prstGeom prst="triangl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ACBB0F07-204C-0474-B35E-0CCB2B8AA8CF}"/>
                  </a:ext>
                </a:extLst>
              </p:cNvPr>
              <p:cNvSpPr txBox="1"/>
              <p:nvPr/>
            </p:nvSpPr>
            <p:spPr>
              <a:xfrm>
                <a:off x="6592795" y="2998878"/>
                <a:ext cx="646332" cy="369332"/>
              </a:xfrm>
              <a:prstGeom prst="rect">
                <a:avLst/>
              </a:prstGeom>
              <a:noFill/>
            </p:spPr>
            <p:txBody>
              <a:bodyPr wrap="none" rtlCol="0">
                <a:spAutoFit/>
              </a:bodyPr>
              <a:lstStyle/>
              <a:p>
                <a:pPr algn="ctr"/>
                <a:r>
                  <a:rPr lang="ja-JP" altLang="en-US">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rPr>
                  <a:t>進む</a:t>
                </a:r>
                <a:endParaRPr kumimoji="1" lang="ja-JP" altLang="en-US" dirty="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34" name="テキスト ボックス 33">
              <a:extLst>
                <a:ext uri="{FF2B5EF4-FFF2-40B4-BE49-F238E27FC236}">
                  <a16:creationId xmlns:a16="http://schemas.microsoft.com/office/drawing/2014/main" id="{3B29A6B3-5CFF-37CF-85AB-EE0C9FA2B873}"/>
                </a:ext>
              </a:extLst>
            </p:cNvPr>
            <p:cNvSpPr txBox="1"/>
            <p:nvPr/>
          </p:nvSpPr>
          <p:spPr>
            <a:xfrm>
              <a:off x="4758592" y="2467509"/>
              <a:ext cx="1723549"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ミッション名</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5" name="楕円 34">
              <a:extLst>
                <a:ext uri="{FF2B5EF4-FFF2-40B4-BE49-F238E27FC236}">
                  <a16:creationId xmlns:a16="http://schemas.microsoft.com/office/drawing/2014/main" id="{7F49CEAA-863C-0C4C-E168-DEBC26C3BAFB}"/>
                </a:ext>
              </a:extLst>
            </p:cNvPr>
            <p:cNvSpPr/>
            <p:nvPr/>
          </p:nvSpPr>
          <p:spPr>
            <a:xfrm flipH="1">
              <a:off x="9045928" y="2444807"/>
              <a:ext cx="445515" cy="445515"/>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8" name="グループ化 47">
            <a:extLst>
              <a:ext uri="{FF2B5EF4-FFF2-40B4-BE49-F238E27FC236}">
                <a16:creationId xmlns:a16="http://schemas.microsoft.com/office/drawing/2014/main" id="{ACA0ADB9-3600-FE50-ED8C-AD61A500AD66}"/>
              </a:ext>
            </a:extLst>
          </p:cNvPr>
          <p:cNvGrpSpPr/>
          <p:nvPr/>
        </p:nvGrpSpPr>
        <p:grpSpPr>
          <a:xfrm>
            <a:off x="4560112" y="4475160"/>
            <a:ext cx="5102512" cy="612948"/>
            <a:chOff x="4560112" y="4475160"/>
            <a:chExt cx="5102512" cy="612948"/>
          </a:xfrm>
        </p:grpSpPr>
        <p:sp>
          <p:nvSpPr>
            <p:cNvPr id="68" name="四角形: 角を丸くする 67">
              <a:extLst>
                <a:ext uri="{FF2B5EF4-FFF2-40B4-BE49-F238E27FC236}">
                  <a16:creationId xmlns:a16="http://schemas.microsoft.com/office/drawing/2014/main" id="{D8C6760A-17C4-6E03-D94B-ADB8D3AA6B11}"/>
                </a:ext>
              </a:extLst>
            </p:cNvPr>
            <p:cNvSpPr/>
            <p:nvPr/>
          </p:nvSpPr>
          <p:spPr>
            <a:xfrm>
              <a:off x="4560112" y="4475160"/>
              <a:ext cx="5102512" cy="612948"/>
            </a:xfrm>
            <a:prstGeom prst="roundRect">
              <a:avLst>
                <a:gd name="adj" fmla="val 9765"/>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0" name="テキスト ボックス 69">
              <a:extLst>
                <a:ext uri="{FF2B5EF4-FFF2-40B4-BE49-F238E27FC236}">
                  <a16:creationId xmlns:a16="http://schemas.microsoft.com/office/drawing/2014/main" id="{51B41370-D1DD-0EB7-40BF-9284FE811137}"/>
                </a:ext>
              </a:extLst>
            </p:cNvPr>
            <p:cNvSpPr txBox="1"/>
            <p:nvPr/>
          </p:nvSpPr>
          <p:spPr>
            <a:xfrm>
              <a:off x="7094056" y="4649681"/>
              <a:ext cx="595035" cy="338554"/>
            </a:xfrm>
            <a:prstGeom prst="rect">
              <a:avLst/>
            </a:prstGeom>
            <a:noFill/>
          </p:spPr>
          <p:txBody>
            <a:bodyPr wrap="none" rtlCol="0">
              <a:spAutoFit/>
            </a:bodyPr>
            <a:lstStyle/>
            <a:p>
              <a:r>
                <a:rPr kumimoji="1" lang="ja-JP" altLang="en-US" sz="16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報酬</a:t>
              </a:r>
              <a:endParaRPr kumimoji="1" lang="ja-JP" altLang="en-US"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pic>
          <p:nvPicPr>
            <p:cNvPr id="76" name="図 75">
              <a:extLst>
                <a:ext uri="{FF2B5EF4-FFF2-40B4-BE49-F238E27FC236}">
                  <a16:creationId xmlns:a16="http://schemas.microsoft.com/office/drawing/2014/main" id="{757F8283-044B-A6FD-2713-E548C78C60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3772" y="4517996"/>
              <a:ext cx="532696" cy="518967"/>
            </a:xfrm>
            <a:prstGeom prst="rect">
              <a:avLst/>
            </a:prstGeom>
          </p:spPr>
        </p:pic>
        <p:sp>
          <p:nvSpPr>
            <p:cNvPr id="78" name="テキスト ボックス 77">
              <a:extLst>
                <a:ext uri="{FF2B5EF4-FFF2-40B4-BE49-F238E27FC236}">
                  <a16:creationId xmlns:a16="http://schemas.microsoft.com/office/drawing/2014/main" id="{FEA6CE6C-DBBB-92A1-6EDD-A78C3D20B4BB}"/>
                </a:ext>
              </a:extLst>
            </p:cNvPr>
            <p:cNvSpPr txBox="1"/>
            <p:nvPr/>
          </p:nvSpPr>
          <p:spPr>
            <a:xfrm>
              <a:off x="7994981" y="4634292"/>
              <a:ext cx="710451" cy="369332"/>
            </a:xfrm>
            <a:prstGeom prst="rect">
              <a:avLst/>
            </a:prstGeom>
            <a:noFill/>
          </p:spPr>
          <p:txBody>
            <a:bodyPr wrap="none" rtlCol="0">
              <a:spAutoFit/>
            </a:bodyPr>
            <a:lstStyle/>
            <a:p>
              <a:r>
                <a:rPr lang="en-US" altLang="ja-JP" sz="1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a:t>
              </a:r>
              <a:r>
                <a:rPr lang="en-US" altLang="ja-JP">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005</a:t>
              </a:r>
              <a:endParaRPr kumimoji="1" lang="ja-JP" altLang="en-US" sz="16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80" name="テキスト ボックス 79">
              <a:extLst>
                <a:ext uri="{FF2B5EF4-FFF2-40B4-BE49-F238E27FC236}">
                  <a16:creationId xmlns:a16="http://schemas.microsoft.com/office/drawing/2014/main" id="{18E70797-2BE7-ABFA-072C-81CE56761CC2}"/>
                </a:ext>
              </a:extLst>
            </p:cNvPr>
            <p:cNvSpPr txBox="1"/>
            <p:nvPr/>
          </p:nvSpPr>
          <p:spPr>
            <a:xfrm>
              <a:off x="4801094" y="4550802"/>
              <a:ext cx="2146742" cy="461665"/>
            </a:xfrm>
            <a:prstGeom prst="rect">
              <a:avLst/>
            </a:prstGeom>
            <a:noFill/>
          </p:spPr>
          <p:txBody>
            <a:bodyPr wrap="none" rtlCol="0">
              <a:spAutoFit/>
            </a:bodyPr>
            <a:lstStyle/>
            <a:p>
              <a:r>
                <a:rPr kumimoji="1" lang="en-US" altLang="ja-JP" sz="2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0</a:t>
              </a:r>
              <a:r>
                <a:rPr kumimoji="1"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章</a:t>
              </a:r>
              <a:r>
                <a:rPr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達成</a:t>
              </a:r>
              <a:r>
                <a:rPr kumimoji="1"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数 </a:t>
              </a:r>
              <a:r>
                <a:rPr kumimoji="1" lang="en-US" altLang="ja-JP" sz="240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rPr>
                <a:t>10/05</a:t>
              </a:r>
              <a:endParaRPr kumimoji="1" lang="ja-JP" altLang="en-US" dirty="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40" name="楕円 39">
            <a:extLst>
              <a:ext uri="{FF2B5EF4-FFF2-40B4-BE49-F238E27FC236}">
                <a16:creationId xmlns:a16="http://schemas.microsoft.com/office/drawing/2014/main" id="{6A2141AC-EC48-3EAB-B1CB-E80CD36B5520}"/>
              </a:ext>
            </a:extLst>
          </p:cNvPr>
          <p:cNvSpPr/>
          <p:nvPr/>
        </p:nvSpPr>
        <p:spPr>
          <a:xfrm>
            <a:off x="8903162" y="4528462"/>
            <a:ext cx="508246" cy="508246"/>
          </a:xfrm>
          <a:prstGeom prst="ellipse">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0762A0F1-A771-1D32-D4D6-092C627CB986}"/>
              </a:ext>
            </a:extLst>
          </p:cNvPr>
          <p:cNvSpPr txBox="1"/>
          <p:nvPr/>
        </p:nvSpPr>
        <p:spPr>
          <a:xfrm>
            <a:off x="8705880" y="4614902"/>
            <a:ext cx="902811" cy="307777"/>
          </a:xfrm>
          <a:prstGeom prst="rect">
            <a:avLst/>
          </a:prstGeom>
          <a:noFill/>
        </p:spPr>
        <p:txBody>
          <a:bodyPr wrap="none" rtlCol="0">
            <a:spAutoFit/>
          </a:bodyPr>
          <a:lstStyle/>
          <a:p>
            <a:pPr algn="ctr"/>
            <a:r>
              <a:rPr lang="ja-JP" altLang="en-US" sz="1400">
                <a:solidFill>
                  <a:schemeClr val="bg1">
                    <a:lumMod val="95000"/>
                  </a:schemeClr>
                </a:solidFill>
                <a:effectLst>
                  <a:glow rad="114300">
                    <a:srgbClr val="FF00FF">
                      <a:alpha val="85000"/>
                    </a:srgbClr>
                  </a:glow>
                </a:effectLst>
                <a:latin typeface="原稿用標準書体" panose="03000503000000000000" pitchFamily="66" charset="-128"/>
                <a:ea typeface="原稿用標準書体" panose="03000503000000000000" pitchFamily="66" charset="-128"/>
                <a:cs typeface="叛逆明朝" panose="02000503000000000000" pitchFamily="2" charset="-128"/>
              </a:rPr>
              <a:t>受け取る</a:t>
            </a:r>
          </a:p>
        </p:txBody>
      </p:sp>
      <p:grpSp>
        <p:nvGrpSpPr>
          <p:cNvPr id="44" name="グループ化 43">
            <a:extLst>
              <a:ext uri="{FF2B5EF4-FFF2-40B4-BE49-F238E27FC236}">
                <a16:creationId xmlns:a16="http://schemas.microsoft.com/office/drawing/2014/main" id="{BEC241E6-33F2-38D7-8910-B118ECD0F0A8}"/>
              </a:ext>
            </a:extLst>
          </p:cNvPr>
          <p:cNvGrpSpPr/>
          <p:nvPr/>
        </p:nvGrpSpPr>
        <p:grpSpPr>
          <a:xfrm>
            <a:off x="9043933" y="3121128"/>
            <a:ext cx="445516" cy="445516"/>
            <a:chOff x="8484520" y="3671796"/>
            <a:chExt cx="730638" cy="730638"/>
          </a:xfrm>
        </p:grpSpPr>
        <p:sp>
          <p:nvSpPr>
            <p:cNvPr id="45" name="楕円 44">
              <a:extLst>
                <a:ext uri="{FF2B5EF4-FFF2-40B4-BE49-F238E27FC236}">
                  <a16:creationId xmlns:a16="http://schemas.microsoft.com/office/drawing/2014/main" id="{8B341A8C-CEF9-A7A2-229E-EC7F6B875D8C}"/>
                </a:ext>
              </a:extLst>
            </p:cNvPr>
            <p:cNvSpPr/>
            <p:nvPr/>
          </p:nvSpPr>
          <p:spPr>
            <a:xfrm flipH="1">
              <a:off x="8484520" y="3671796"/>
              <a:ext cx="730638" cy="730638"/>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6" name="図 45">
              <a:extLst>
                <a:ext uri="{FF2B5EF4-FFF2-40B4-BE49-F238E27FC236}">
                  <a16:creationId xmlns:a16="http://schemas.microsoft.com/office/drawing/2014/main" id="{7B8A06AE-FF4E-7D57-1D1E-5E0D463F42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03598" y="3867826"/>
              <a:ext cx="502997" cy="377248"/>
            </a:xfrm>
            <a:prstGeom prst="rect">
              <a:avLst/>
            </a:prstGeom>
          </p:spPr>
        </p:pic>
      </p:grpSp>
    </p:spTree>
    <p:extLst>
      <p:ext uri="{BB962C8B-B14F-4D97-AF65-F5344CB8AC3E}">
        <p14:creationId xmlns:p14="http://schemas.microsoft.com/office/powerpoint/2010/main" val="1444197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8E3BE66-C0AB-3AB4-4755-6F1DFB13ABFF}"/>
            </a:ext>
          </a:extLst>
        </p:cNvPr>
        <p:cNvGrpSpPr/>
        <p:nvPr/>
      </p:nvGrpSpPr>
      <p:grpSpPr>
        <a:xfrm>
          <a:off x="0" y="0"/>
          <a:ext cx="0" cy="0"/>
          <a:chOff x="0" y="0"/>
          <a:chExt cx="0" cy="0"/>
        </a:xfrm>
      </p:grpSpPr>
      <p:grpSp>
        <p:nvGrpSpPr>
          <p:cNvPr id="66" name="グループ化 65">
            <a:extLst>
              <a:ext uri="{FF2B5EF4-FFF2-40B4-BE49-F238E27FC236}">
                <a16:creationId xmlns:a16="http://schemas.microsoft.com/office/drawing/2014/main" id="{F5D4865E-5E9B-18F0-99CB-977C4FFDB284}"/>
              </a:ext>
            </a:extLst>
          </p:cNvPr>
          <p:cNvGrpSpPr/>
          <p:nvPr/>
        </p:nvGrpSpPr>
        <p:grpSpPr>
          <a:xfrm>
            <a:off x="431675" y="5640918"/>
            <a:ext cx="11328651" cy="929715"/>
            <a:chOff x="431675" y="5640918"/>
            <a:chExt cx="11328651" cy="929715"/>
          </a:xfrm>
        </p:grpSpPr>
        <p:sp>
          <p:nvSpPr>
            <p:cNvPr id="43" name="四角形: 角を丸くする 42">
              <a:extLst>
                <a:ext uri="{FF2B5EF4-FFF2-40B4-BE49-F238E27FC236}">
                  <a16:creationId xmlns:a16="http://schemas.microsoft.com/office/drawing/2014/main" id="{E65E6C25-0570-74A9-7649-D4E0D88D3A00}"/>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53" name="四角形: 角を丸くする 52">
              <a:extLst>
                <a:ext uri="{FF2B5EF4-FFF2-40B4-BE49-F238E27FC236}">
                  <a16:creationId xmlns:a16="http://schemas.microsoft.com/office/drawing/2014/main" id="{92082AC4-BB68-9BB9-5C21-10A0AD432238}"/>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5" name="テキスト ボックス 54">
              <a:extLst>
                <a:ext uri="{FF2B5EF4-FFF2-40B4-BE49-F238E27FC236}">
                  <a16:creationId xmlns:a16="http://schemas.microsoft.com/office/drawing/2014/main" id="{115B7C2A-97CB-1C5F-881A-C67C35C545BD}"/>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7" name="テキスト ボックス 56">
              <a:extLst>
                <a:ext uri="{FF2B5EF4-FFF2-40B4-BE49-F238E27FC236}">
                  <a16:creationId xmlns:a16="http://schemas.microsoft.com/office/drawing/2014/main" id="{5E8A0798-DB5C-C54A-8F08-6A53ADA9CAC1}"/>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9" name="テキスト ボックス 58">
              <a:extLst>
                <a:ext uri="{FF2B5EF4-FFF2-40B4-BE49-F238E27FC236}">
                  <a16:creationId xmlns:a16="http://schemas.microsoft.com/office/drawing/2014/main" id="{8BB678B4-930A-F57E-6114-3948E3CBBBF8}"/>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1" name="テキスト ボックス 60">
              <a:extLst>
                <a:ext uri="{FF2B5EF4-FFF2-40B4-BE49-F238E27FC236}">
                  <a16:creationId xmlns:a16="http://schemas.microsoft.com/office/drawing/2014/main" id="{60AE0CD4-1CDE-1D04-5721-0E850D06A527}"/>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3" name="テキスト ボックス 62">
              <a:extLst>
                <a:ext uri="{FF2B5EF4-FFF2-40B4-BE49-F238E27FC236}">
                  <a16:creationId xmlns:a16="http://schemas.microsoft.com/office/drawing/2014/main" id="{E17E5976-7B54-AF63-B661-BF1FC7C85784}"/>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5" name="テキスト ボックス 64">
              <a:extLst>
                <a:ext uri="{FF2B5EF4-FFF2-40B4-BE49-F238E27FC236}">
                  <a16:creationId xmlns:a16="http://schemas.microsoft.com/office/drawing/2014/main" id="{7C9D2072-566F-DD36-688D-BAA7F48F16C6}"/>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37" name="四角形: 角を丸くする 36">
            <a:extLst>
              <a:ext uri="{FF2B5EF4-FFF2-40B4-BE49-F238E27FC236}">
                <a16:creationId xmlns:a16="http://schemas.microsoft.com/office/drawing/2014/main" id="{5443E9F1-3E68-EA28-410F-2BBD81339349}"/>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A9E313D5-87D8-4D11-7C1D-23ACAAA63B57}"/>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D933F229-9921-B40A-FF5E-65DC2BA2C7E0}"/>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919B36ED-20FF-1172-FBDD-64708D9BAB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419C3E43-CA4E-AD40-D568-C07CA3C87150}"/>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B29484D3-20B3-347F-112C-794DABE167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F3F56D16-5C71-7EC8-7C8B-FB21C4FA7048}"/>
              </a:ext>
            </a:extLst>
          </p:cNvPr>
          <p:cNvSpPr txBox="1"/>
          <p:nvPr/>
        </p:nvSpPr>
        <p:spPr>
          <a:xfrm>
            <a:off x="1624588" y="641390"/>
            <a:ext cx="1467068" cy="400110"/>
          </a:xfrm>
          <a:prstGeom prst="rect">
            <a:avLst/>
          </a:prstGeom>
          <a:noFill/>
        </p:spPr>
        <p:txBody>
          <a:bodyPr wrap="none" rtlCol="0">
            <a:spAutoFit/>
          </a:bodyPr>
          <a:lstStyle/>
          <a:p>
            <a:pPr algn="ctr"/>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ミッション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 name="四角形: 角を丸くする 1">
            <a:extLst>
              <a:ext uri="{FF2B5EF4-FFF2-40B4-BE49-F238E27FC236}">
                <a16:creationId xmlns:a16="http://schemas.microsoft.com/office/drawing/2014/main" id="{350C1DBE-8A55-5EB8-CE6E-7981D73155A2}"/>
              </a:ext>
            </a:extLst>
          </p:cNvPr>
          <p:cNvSpPr/>
          <p:nvPr/>
        </p:nvSpPr>
        <p:spPr>
          <a:xfrm>
            <a:off x="1698342" y="1327454"/>
            <a:ext cx="8795316" cy="4056319"/>
          </a:xfrm>
          <a:prstGeom prst="roundRect">
            <a:avLst>
              <a:gd name="adj" fmla="val 9765"/>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3" name="四角形: 角を丸くする 2">
            <a:extLst>
              <a:ext uri="{FF2B5EF4-FFF2-40B4-BE49-F238E27FC236}">
                <a16:creationId xmlns:a16="http://schemas.microsoft.com/office/drawing/2014/main" id="{6F99C214-4912-C0A9-EC13-591DCF2DECC2}"/>
              </a:ext>
            </a:extLst>
          </p:cNvPr>
          <p:cNvSpPr/>
          <p:nvPr/>
        </p:nvSpPr>
        <p:spPr>
          <a:xfrm>
            <a:off x="2051021" y="3014639"/>
            <a:ext cx="1545081" cy="712577"/>
          </a:xfrm>
          <a:prstGeom prst="roundRect">
            <a:avLst>
              <a:gd name="adj" fmla="val 9765"/>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bg1">
                    <a:lumMod val="95000"/>
                  </a:schemeClr>
                </a:solidFill>
                <a:latin typeface="原稿用標準書体" panose="03000503000000000000" pitchFamily="66" charset="-128"/>
                <a:ea typeface="原稿用標準書体" panose="03000503000000000000" pitchFamily="66" charset="-128"/>
              </a:rPr>
              <a:t>リミット</a:t>
            </a:r>
          </a:p>
        </p:txBody>
      </p:sp>
      <p:sp>
        <p:nvSpPr>
          <p:cNvPr id="4" name="四角形: 角を丸くする 3">
            <a:extLst>
              <a:ext uri="{FF2B5EF4-FFF2-40B4-BE49-F238E27FC236}">
                <a16:creationId xmlns:a16="http://schemas.microsoft.com/office/drawing/2014/main" id="{03FA77BC-F906-F967-1856-05E8F8038D37}"/>
              </a:ext>
            </a:extLst>
          </p:cNvPr>
          <p:cNvSpPr/>
          <p:nvPr/>
        </p:nvSpPr>
        <p:spPr>
          <a:xfrm>
            <a:off x="2051021" y="1871154"/>
            <a:ext cx="1545081" cy="712577"/>
          </a:xfrm>
          <a:prstGeom prst="roundRect">
            <a:avLst>
              <a:gd name="adj" fmla="val 9765"/>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メイン</a:t>
            </a:r>
          </a:p>
        </p:txBody>
      </p:sp>
      <p:sp>
        <p:nvSpPr>
          <p:cNvPr id="6" name="フリーフォーム: 図形 5">
            <a:extLst>
              <a:ext uri="{FF2B5EF4-FFF2-40B4-BE49-F238E27FC236}">
                <a16:creationId xmlns:a16="http://schemas.microsoft.com/office/drawing/2014/main" id="{DABDD9D7-5E93-EBF1-16BC-FD0241BE3429}"/>
              </a:ext>
            </a:extLst>
          </p:cNvPr>
          <p:cNvSpPr/>
          <p:nvPr/>
        </p:nvSpPr>
        <p:spPr>
          <a:xfrm>
            <a:off x="3948781" y="1334606"/>
            <a:ext cx="6544877" cy="4056319"/>
          </a:xfrm>
          <a:custGeom>
            <a:avLst/>
            <a:gdLst>
              <a:gd name="csX0" fmla="*/ 0 w 6544877"/>
              <a:gd name="csY0" fmla="*/ 0 h 4056319"/>
              <a:gd name="csX1" fmla="*/ 6148777 w 6544877"/>
              <a:gd name="csY1" fmla="*/ 0 h 4056319"/>
              <a:gd name="csX2" fmla="*/ 6544877 w 6544877"/>
              <a:gd name="csY2" fmla="*/ 396100 h 4056319"/>
              <a:gd name="csX3" fmla="*/ 6544877 w 6544877"/>
              <a:gd name="csY3" fmla="*/ 3660219 h 4056319"/>
              <a:gd name="csX4" fmla="*/ 6148777 w 6544877"/>
              <a:gd name="csY4" fmla="*/ 4056319 h 4056319"/>
              <a:gd name="csX5" fmla="*/ 0 w 6544877"/>
              <a:gd name="csY5" fmla="*/ 4056319 h 4056319"/>
            </a:gdLst>
            <a:ahLst/>
            <a:cxnLst>
              <a:cxn ang="0">
                <a:pos x="csX0" y="csY0"/>
              </a:cxn>
              <a:cxn ang="0">
                <a:pos x="csX1" y="csY1"/>
              </a:cxn>
              <a:cxn ang="0">
                <a:pos x="csX2" y="csY2"/>
              </a:cxn>
              <a:cxn ang="0">
                <a:pos x="csX3" y="csY3"/>
              </a:cxn>
              <a:cxn ang="0">
                <a:pos x="csX4" y="csY4"/>
              </a:cxn>
              <a:cxn ang="0">
                <a:pos x="csX5" y="csY5"/>
              </a:cxn>
            </a:cxnLst>
            <a:rect l="l" t="t" r="r" b="b"/>
            <a:pathLst>
              <a:path w="6544877" h="4056319">
                <a:moveTo>
                  <a:pt x="0" y="0"/>
                </a:moveTo>
                <a:lnTo>
                  <a:pt x="6148777" y="0"/>
                </a:lnTo>
                <a:cubicBezTo>
                  <a:pt x="6367537" y="0"/>
                  <a:pt x="6544877" y="177340"/>
                  <a:pt x="6544877" y="396100"/>
                </a:cubicBezTo>
                <a:lnTo>
                  <a:pt x="6544877" y="3660219"/>
                </a:lnTo>
                <a:cubicBezTo>
                  <a:pt x="6544877" y="3878979"/>
                  <a:pt x="6367537" y="4056319"/>
                  <a:pt x="6148777" y="4056319"/>
                </a:cubicBezTo>
                <a:lnTo>
                  <a:pt x="0" y="4056319"/>
                </a:lnTo>
                <a:close/>
              </a:path>
            </a:pathLst>
          </a:cu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kumimoji="1" lang="ja-JP" altLang="en-US"/>
          </a:p>
        </p:txBody>
      </p:sp>
      <p:sp>
        <p:nvSpPr>
          <p:cNvPr id="7" name="四角形: 角を丸くする 6">
            <a:extLst>
              <a:ext uri="{FF2B5EF4-FFF2-40B4-BE49-F238E27FC236}">
                <a16:creationId xmlns:a16="http://schemas.microsoft.com/office/drawing/2014/main" id="{87F9E1E9-ED27-B0AF-5F76-A5FA3AFF37B0}"/>
              </a:ext>
            </a:extLst>
          </p:cNvPr>
          <p:cNvSpPr/>
          <p:nvPr/>
        </p:nvSpPr>
        <p:spPr>
          <a:xfrm>
            <a:off x="3287031" y="4166488"/>
            <a:ext cx="1545081" cy="712577"/>
          </a:xfrm>
          <a:prstGeom prst="roundRect">
            <a:avLst>
              <a:gd name="adj" fmla="val 9765"/>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nvGrpSpPr>
          <p:cNvPr id="8" name="グループ化 7">
            <a:extLst>
              <a:ext uri="{FF2B5EF4-FFF2-40B4-BE49-F238E27FC236}">
                <a16:creationId xmlns:a16="http://schemas.microsoft.com/office/drawing/2014/main" id="{AAA9EA0A-4C80-F2A0-5F61-298FA83884F4}"/>
              </a:ext>
            </a:extLst>
          </p:cNvPr>
          <p:cNvGrpSpPr/>
          <p:nvPr/>
        </p:nvGrpSpPr>
        <p:grpSpPr>
          <a:xfrm>
            <a:off x="10022798" y="2220735"/>
            <a:ext cx="236362" cy="2284060"/>
            <a:chOff x="11044871" y="4022147"/>
            <a:chExt cx="236362" cy="2031812"/>
          </a:xfrm>
        </p:grpSpPr>
        <p:sp>
          <p:nvSpPr>
            <p:cNvPr id="9" name="四角形: 角を丸くする 8">
              <a:extLst>
                <a:ext uri="{FF2B5EF4-FFF2-40B4-BE49-F238E27FC236}">
                  <a16:creationId xmlns:a16="http://schemas.microsoft.com/office/drawing/2014/main" id="{2ED9155A-CA78-AD95-A40B-2430E4023BC4}"/>
                </a:ext>
              </a:extLst>
            </p:cNvPr>
            <p:cNvSpPr/>
            <p:nvPr/>
          </p:nvSpPr>
          <p:spPr>
            <a:xfrm>
              <a:off x="11044871" y="4022147"/>
              <a:ext cx="236362" cy="2031812"/>
            </a:xfrm>
            <a:prstGeom prst="round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 name="四角形: 角を丸くする 9">
              <a:extLst>
                <a:ext uri="{FF2B5EF4-FFF2-40B4-BE49-F238E27FC236}">
                  <a16:creationId xmlns:a16="http://schemas.microsoft.com/office/drawing/2014/main" id="{3B52C071-DFB9-2F28-C3FE-B2CB43499C2C}"/>
                </a:ext>
              </a:extLst>
            </p:cNvPr>
            <p:cNvSpPr/>
            <p:nvPr/>
          </p:nvSpPr>
          <p:spPr>
            <a:xfrm>
              <a:off x="11066205" y="4094529"/>
              <a:ext cx="193695" cy="571313"/>
            </a:xfrm>
            <a:prstGeom prst="roundRec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sp>
        <p:nvSpPr>
          <p:cNvPr id="36" name="四角形: 角を丸くする 35">
            <a:extLst>
              <a:ext uri="{FF2B5EF4-FFF2-40B4-BE49-F238E27FC236}">
                <a16:creationId xmlns:a16="http://schemas.microsoft.com/office/drawing/2014/main" id="{0F9F0B28-A0C5-9C05-B1F5-C4962485E433}"/>
              </a:ext>
            </a:extLst>
          </p:cNvPr>
          <p:cNvSpPr/>
          <p:nvPr/>
        </p:nvSpPr>
        <p:spPr>
          <a:xfrm>
            <a:off x="4492959" y="2483495"/>
            <a:ext cx="5102512" cy="612948"/>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40" name="四角形: 角を丸くする 39">
            <a:extLst>
              <a:ext uri="{FF2B5EF4-FFF2-40B4-BE49-F238E27FC236}">
                <a16:creationId xmlns:a16="http://schemas.microsoft.com/office/drawing/2014/main" id="{FAAB11CA-3431-DA37-7DA4-169672AEDEB1}"/>
              </a:ext>
            </a:extLst>
          </p:cNvPr>
          <p:cNvSpPr/>
          <p:nvPr/>
        </p:nvSpPr>
        <p:spPr>
          <a:xfrm>
            <a:off x="4492959" y="3153978"/>
            <a:ext cx="5102512" cy="612948"/>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42" name="四角形: 角を丸くする 41">
            <a:extLst>
              <a:ext uri="{FF2B5EF4-FFF2-40B4-BE49-F238E27FC236}">
                <a16:creationId xmlns:a16="http://schemas.microsoft.com/office/drawing/2014/main" id="{3FE242B1-C52E-CF49-DDE0-B24915B7F08C}"/>
              </a:ext>
            </a:extLst>
          </p:cNvPr>
          <p:cNvSpPr/>
          <p:nvPr/>
        </p:nvSpPr>
        <p:spPr>
          <a:xfrm>
            <a:off x="4492959" y="3824461"/>
            <a:ext cx="5102512" cy="612948"/>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45" name="四角形: 角を丸くする 44">
            <a:extLst>
              <a:ext uri="{FF2B5EF4-FFF2-40B4-BE49-F238E27FC236}">
                <a16:creationId xmlns:a16="http://schemas.microsoft.com/office/drawing/2014/main" id="{AE898838-D016-1AF6-E2C0-5D552738ADB8}"/>
              </a:ext>
            </a:extLst>
          </p:cNvPr>
          <p:cNvSpPr/>
          <p:nvPr/>
        </p:nvSpPr>
        <p:spPr>
          <a:xfrm>
            <a:off x="4492959" y="4494943"/>
            <a:ext cx="5102512" cy="612948"/>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9" name="テキスト ボックス 18">
            <a:extLst>
              <a:ext uri="{FF2B5EF4-FFF2-40B4-BE49-F238E27FC236}">
                <a16:creationId xmlns:a16="http://schemas.microsoft.com/office/drawing/2014/main" id="{278345F8-5387-890A-4CB9-70E152A831E3}"/>
              </a:ext>
            </a:extLst>
          </p:cNvPr>
          <p:cNvSpPr txBox="1"/>
          <p:nvPr/>
        </p:nvSpPr>
        <p:spPr>
          <a:xfrm>
            <a:off x="5579712" y="1944640"/>
            <a:ext cx="2929007" cy="369332"/>
          </a:xfrm>
          <a:prstGeom prst="rect">
            <a:avLst/>
          </a:prstGeom>
          <a:noFill/>
        </p:spPr>
        <p:txBody>
          <a:bodyPr wrap="none" rtlCol="0">
            <a:spAutoFit/>
          </a:bodyPr>
          <a:lstStyle/>
          <a:p>
            <a:r>
              <a:rPr kumimoji="1"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リミットクエスト</a:t>
            </a:r>
            <a:r>
              <a:rPr kumimoji="1" lang="en-US" altLang="ja-JP" sz="1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a:t>
            </a:r>
            <a:r>
              <a:rPr kumimoji="1" lang="ja-JP" altLang="en-US" sz="1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直近</a:t>
            </a:r>
            <a:r>
              <a:rPr kumimoji="1" lang="en-US" altLang="ja-JP" sz="1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30</a:t>
            </a:r>
            <a:r>
              <a:rPr kumimoji="1" lang="ja-JP" altLang="en-US" sz="1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件</a:t>
            </a:r>
            <a:r>
              <a:rPr kumimoji="1" lang="en-US" altLang="ja-JP" sz="14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a:t>
            </a:r>
            <a:endParaRPr kumimoji="1" lang="ja-JP" altLang="en-US" dirty="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1" name="テキスト ボックス 20">
            <a:extLst>
              <a:ext uri="{FF2B5EF4-FFF2-40B4-BE49-F238E27FC236}">
                <a16:creationId xmlns:a16="http://schemas.microsoft.com/office/drawing/2014/main" id="{94566961-1513-CB05-89BB-AE7B603417EE}"/>
              </a:ext>
            </a:extLst>
          </p:cNvPr>
          <p:cNvSpPr txBox="1"/>
          <p:nvPr/>
        </p:nvSpPr>
        <p:spPr>
          <a:xfrm>
            <a:off x="6438921" y="2638490"/>
            <a:ext cx="1210588" cy="338554"/>
          </a:xfrm>
          <a:prstGeom prst="rect">
            <a:avLst/>
          </a:prstGeom>
          <a:noFill/>
        </p:spPr>
        <p:txBody>
          <a:bodyPr wrap="none" rtlCol="0">
            <a:spAutoFit/>
          </a:bodyPr>
          <a:lstStyle/>
          <a:p>
            <a:r>
              <a:rPr lang="ja-JP" altLang="en-US" sz="16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クエスト名</a:t>
            </a:r>
            <a:endParaRPr kumimoji="1" lang="ja-JP" altLang="en-US"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35" name="テキスト ボックス 34">
            <a:extLst>
              <a:ext uri="{FF2B5EF4-FFF2-40B4-BE49-F238E27FC236}">
                <a16:creationId xmlns:a16="http://schemas.microsoft.com/office/drawing/2014/main" id="{1C57603B-53D1-A403-FCD6-068BFB5F0661}"/>
              </a:ext>
            </a:extLst>
          </p:cNvPr>
          <p:cNvSpPr txBox="1"/>
          <p:nvPr/>
        </p:nvSpPr>
        <p:spPr>
          <a:xfrm>
            <a:off x="6438921" y="3304229"/>
            <a:ext cx="1210588" cy="338554"/>
          </a:xfrm>
          <a:prstGeom prst="rect">
            <a:avLst/>
          </a:prstGeom>
          <a:noFill/>
        </p:spPr>
        <p:txBody>
          <a:bodyPr wrap="none" rtlCol="0">
            <a:spAutoFit/>
          </a:bodyPr>
          <a:lstStyle/>
          <a:p>
            <a:r>
              <a:rPr lang="ja-JP" altLang="en-US" sz="16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クエスト名</a:t>
            </a:r>
            <a:endParaRPr lang="ja-JP" altLang="en-US" sz="16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0" name="テキスト ボックス 49">
            <a:extLst>
              <a:ext uri="{FF2B5EF4-FFF2-40B4-BE49-F238E27FC236}">
                <a16:creationId xmlns:a16="http://schemas.microsoft.com/office/drawing/2014/main" id="{B34C28D6-B24C-7C31-C5DD-71958EC3F490}"/>
              </a:ext>
            </a:extLst>
          </p:cNvPr>
          <p:cNvSpPr txBox="1"/>
          <p:nvPr/>
        </p:nvSpPr>
        <p:spPr>
          <a:xfrm>
            <a:off x="6438921" y="3969968"/>
            <a:ext cx="1210588" cy="338554"/>
          </a:xfrm>
          <a:prstGeom prst="rect">
            <a:avLst/>
          </a:prstGeom>
          <a:noFill/>
        </p:spPr>
        <p:txBody>
          <a:bodyPr wrap="none" rtlCol="0">
            <a:spAutoFit/>
          </a:bodyPr>
          <a:lstStyle/>
          <a:p>
            <a:r>
              <a:rPr lang="ja-JP" altLang="en-US" sz="16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クエスト名</a:t>
            </a:r>
            <a:endParaRPr lang="ja-JP" altLang="en-US" sz="16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6" name="テキスト ボックス 55">
            <a:extLst>
              <a:ext uri="{FF2B5EF4-FFF2-40B4-BE49-F238E27FC236}">
                <a16:creationId xmlns:a16="http://schemas.microsoft.com/office/drawing/2014/main" id="{FFA6B779-BDDF-71B7-47F8-5BDCDB1D56D2}"/>
              </a:ext>
            </a:extLst>
          </p:cNvPr>
          <p:cNvSpPr txBox="1"/>
          <p:nvPr/>
        </p:nvSpPr>
        <p:spPr>
          <a:xfrm>
            <a:off x="6438921" y="4635707"/>
            <a:ext cx="1210588" cy="338554"/>
          </a:xfrm>
          <a:prstGeom prst="rect">
            <a:avLst/>
          </a:prstGeom>
          <a:noFill/>
        </p:spPr>
        <p:txBody>
          <a:bodyPr wrap="none" rtlCol="0">
            <a:spAutoFit/>
          </a:bodyPr>
          <a:lstStyle/>
          <a:p>
            <a:r>
              <a:rPr lang="ja-JP" altLang="en-US" sz="16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クエスト名</a:t>
            </a:r>
            <a:endParaRPr lang="ja-JP" altLang="en-US" sz="16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 name="四角形: 角を丸くする 4">
            <a:extLst>
              <a:ext uri="{FF2B5EF4-FFF2-40B4-BE49-F238E27FC236}">
                <a16:creationId xmlns:a16="http://schemas.microsoft.com/office/drawing/2014/main" id="{CA80D194-47F6-F7AD-6805-A34348078E5C}"/>
              </a:ext>
            </a:extLst>
          </p:cNvPr>
          <p:cNvSpPr/>
          <p:nvPr/>
        </p:nvSpPr>
        <p:spPr>
          <a:xfrm>
            <a:off x="2051021" y="4158125"/>
            <a:ext cx="1545081" cy="712577"/>
          </a:xfrm>
          <a:prstGeom prst="roundRect">
            <a:avLst>
              <a:gd name="adj" fmla="val 9765"/>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完了済み</a:t>
            </a:r>
          </a:p>
        </p:txBody>
      </p:sp>
      <p:sp>
        <p:nvSpPr>
          <p:cNvPr id="34" name="四角形: 角を丸くする 33">
            <a:extLst>
              <a:ext uri="{FF2B5EF4-FFF2-40B4-BE49-F238E27FC236}">
                <a16:creationId xmlns:a16="http://schemas.microsoft.com/office/drawing/2014/main" id="{749A3132-F725-69B9-42DE-4D239E66428F}"/>
              </a:ext>
            </a:extLst>
          </p:cNvPr>
          <p:cNvSpPr/>
          <p:nvPr/>
        </p:nvSpPr>
        <p:spPr>
          <a:xfrm flipH="1">
            <a:off x="4492959" y="1813012"/>
            <a:ext cx="5102512" cy="612948"/>
          </a:xfrm>
          <a:prstGeom prst="roundRect">
            <a:avLst>
              <a:gd name="adj" fmla="val 9765"/>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3" name="テキスト ボックス 12">
            <a:extLst>
              <a:ext uri="{FF2B5EF4-FFF2-40B4-BE49-F238E27FC236}">
                <a16:creationId xmlns:a16="http://schemas.microsoft.com/office/drawing/2014/main" id="{AF608C91-D683-BAB8-4173-A327773159F5}"/>
              </a:ext>
            </a:extLst>
          </p:cNvPr>
          <p:cNvSpPr txBox="1"/>
          <p:nvPr/>
        </p:nvSpPr>
        <p:spPr>
          <a:xfrm>
            <a:off x="6143968" y="1934820"/>
            <a:ext cx="1800493" cy="369332"/>
          </a:xfrm>
          <a:prstGeom prst="rect">
            <a:avLst/>
          </a:prstGeom>
          <a:noFill/>
        </p:spPr>
        <p:txBody>
          <a:bodyPr wrap="none" rtlCol="0">
            <a:spAutoFit/>
          </a:bodyPr>
          <a:lstStyle/>
          <a:p>
            <a:pPr algn="ctr"/>
            <a:r>
              <a:rPr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メイン</a:t>
            </a:r>
            <a:r>
              <a:rPr kumimoji="1"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クエスト</a:t>
            </a:r>
            <a:endParaRPr kumimoji="1" lang="ja-JP" altLang="en-US" dirty="0">
              <a:solidFill>
                <a:srgbClr val="FF00FF"/>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Tree>
    <p:extLst>
      <p:ext uri="{BB962C8B-B14F-4D97-AF65-F5344CB8AC3E}">
        <p14:creationId xmlns:p14="http://schemas.microsoft.com/office/powerpoint/2010/main" val="3182736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123D289-1060-588E-9524-CBE1208C3F67}"/>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022A6512-6E0A-DEAE-BB4E-CE3171A5DB39}"/>
              </a:ext>
            </a:extLst>
          </p:cNvPr>
          <p:cNvSpPr/>
          <p:nvPr/>
        </p:nvSpPr>
        <p:spPr>
          <a:xfrm>
            <a:off x="1698342" y="1327454"/>
            <a:ext cx="8795316" cy="4056319"/>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grpSp>
        <p:nvGrpSpPr>
          <p:cNvPr id="66" name="グループ化 65">
            <a:extLst>
              <a:ext uri="{FF2B5EF4-FFF2-40B4-BE49-F238E27FC236}">
                <a16:creationId xmlns:a16="http://schemas.microsoft.com/office/drawing/2014/main" id="{1321EA3A-9930-261F-F7DA-A3799A4B544D}"/>
              </a:ext>
            </a:extLst>
          </p:cNvPr>
          <p:cNvGrpSpPr/>
          <p:nvPr/>
        </p:nvGrpSpPr>
        <p:grpSpPr>
          <a:xfrm>
            <a:off x="431675" y="5640918"/>
            <a:ext cx="11328651" cy="929715"/>
            <a:chOff x="431675" y="5640918"/>
            <a:chExt cx="11328651" cy="929715"/>
          </a:xfrm>
        </p:grpSpPr>
        <p:sp>
          <p:nvSpPr>
            <p:cNvPr id="43" name="四角形: 角を丸くする 42">
              <a:extLst>
                <a:ext uri="{FF2B5EF4-FFF2-40B4-BE49-F238E27FC236}">
                  <a16:creationId xmlns:a16="http://schemas.microsoft.com/office/drawing/2014/main" id="{791F612F-8DD7-DD98-D508-96C4BFA28FFA}"/>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53" name="四角形: 角を丸くする 52">
              <a:extLst>
                <a:ext uri="{FF2B5EF4-FFF2-40B4-BE49-F238E27FC236}">
                  <a16:creationId xmlns:a16="http://schemas.microsoft.com/office/drawing/2014/main" id="{70EEA3A8-272D-44D2-6298-390FFC2239A9}"/>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5" name="テキスト ボックス 54">
              <a:extLst>
                <a:ext uri="{FF2B5EF4-FFF2-40B4-BE49-F238E27FC236}">
                  <a16:creationId xmlns:a16="http://schemas.microsoft.com/office/drawing/2014/main" id="{A7F204C7-E087-0AA8-F97C-7E7FD4A634BB}"/>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7" name="テキスト ボックス 56">
              <a:extLst>
                <a:ext uri="{FF2B5EF4-FFF2-40B4-BE49-F238E27FC236}">
                  <a16:creationId xmlns:a16="http://schemas.microsoft.com/office/drawing/2014/main" id="{AF6828AF-5D33-BDFA-2C5D-91FEC0EF58FE}"/>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9" name="テキスト ボックス 58">
              <a:extLst>
                <a:ext uri="{FF2B5EF4-FFF2-40B4-BE49-F238E27FC236}">
                  <a16:creationId xmlns:a16="http://schemas.microsoft.com/office/drawing/2014/main" id="{8EB6B1EE-5BE7-8C6C-F0F9-6246899CEA10}"/>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1" name="テキスト ボックス 60">
              <a:extLst>
                <a:ext uri="{FF2B5EF4-FFF2-40B4-BE49-F238E27FC236}">
                  <a16:creationId xmlns:a16="http://schemas.microsoft.com/office/drawing/2014/main" id="{9BCD9478-B8E9-E361-B5F0-B2DBBEF3EF02}"/>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3" name="テキスト ボックス 62">
              <a:extLst>
                <a:ext uri="{FF2B5EF4-FFF2-40B4-BE49-F238E27FC236}">
                  <a16:creationId xmlns:a16="http://schemas.microsoft.com/office/drawing/2014/main" id="{08F27E45-6CB6-8FB0-1ABE-5C3CCD44CFC6}"/>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5" name="テキスト ボックス 64">
              <a:extLst>
                <a:ext uri="{FF2B5EF4-FFF2-40B4-BE49-F238E27FC236}">
                  <a16:creationId xmlns:a16="http://schemas.microsoft.com/office/drawing/2014/main" id="{E00EDE06-6CE4-2E94-4258-7D73C3EBF929}"/>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37" name="四角形: 角を丸くする 36">
            <a:extLst>
              <a:ext uri="{FF2B5EF4-FFF2-40B4-BE49-F238E27FC236}">
                <a16:creationId xmlns:a16="http://schemas.microsoft.com/office/drawing/2014/main" id="{28B40F0B-F33A-225F-59B1-03B347F02700}"/>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E3FCD24D-2A40-D826-D35F-A6D9A74D1262}"/>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881C6326-95EE-3F9F-4A1A-A280B98EB022}"/>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B3BA66B5-903E-41E4-7359-0D04E331D1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C48772A7-02BA-2B94-23CA-D5B1E47E723C}"/>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5728D0F2-373C-5A0A-9724-ED5A270875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7F6574A1-3400-3D48-D6BA-6326DE549E1B}"/>
              </a:ext>
            </a:extLst>
          </p:cNvPr>
          <p:cNvSpPr txBox="1"/>
          <p:nvPr/>
        </p:nvSpPr>
        <p:spPr>
          <a:xfrm>
            <a:off x="1752829" y="641390"/>
            <a:ext cx="1210588" cy="400110"/>
          </a:xfrm>
          <a:prstGeom prst="rect">
            <a:avLst/>
          </a:prstGeom>
          <a:noFill/>
        </p:spPr>
        <p:txBody>
          <a:bodyPr wrap="none" rtlCol="0">
            <a:spAutoFit/>
          </a:bodyPr>
          <a:lstStyle/>
          <a:p>
            <a:pPr algn="ctr"/>
            <a:r>
              <a:rPr kumimoji="1"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アイテム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 name="四角形: 角を丸くする 4">
            <a:extLst>
              <a:ext uri="{FF2B5EF4-FFF2-40B4-BE49-F238E27FC236}">
                <a16:creationId xmlns:a16="http://schemas.microsoft.com/office/drawing/2014/main" id="{5A5C3D2B-0C27-4712-030D-0C00F3E2E0FC}"/>
              </a:ext>
            </a:extLst>
          </p:cNvPr>
          <p:cNvSpPr/>
          <p:nvPr/>
        </p:nvSpPr>
        <p:spPr>
          <a:xfrm>
            <a:off x="2051021" y="3014639"/>
            <a:ext cx="1545081" cy="712577"/>
          </a:xfrm>
          <a:prstGeom prst="roundRect">
            <a:avLst>
              <a:gd name="adj" fmla="val 9765"/>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素材</a:t>
            </a:r>
          </a:p>
        </p:txBody>
      </p:sp>
      <p:sp>
        <p:nvSpPr>
          <p:cNvPr id="7" name="四角形: 角を丸くする 6">
            <a:extLst>
              <a:ext uri="{FF2B5EF4-FFF2-40B4-BE49-F238E27FC236}">
                <a16:creationId xmlns:a16="http://schemas.microsoft.com/office/drawing/2014/main" id="{7E6DAD8D-8304-AA6A-74C9-E9BA41EF1667}"/>
              </a:ext>
            </a:extLst>
          </p:cNvPr>
          <p:cNvSpPr/>
          <p:nvPr/>
        </p:nvSpPr>
        <p:spPr>
          <a:xfrm>
            <a:off x="2051021" y="1871154"/>
            <a:ext cx="1545081" cy="712577"/>
          </a:xfrm>
          <a:prstGeom prst="roundRect">
            <a:avLst>
              <a:gd name="adj" fmla="val 9765"/>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消費</a:t>
            </a:r>
          </a:p>
        </p:txBody>
      </p:sp>
      <p:sp>
        <p:nvSpPr>
          <p:cNvPr id="9" name="四角形: 角を丸くする 8">
            <a:extLst>
              <a:ext uri="{FF2B5EF4-FFF2-40B4-BE49-F238E27FC236}">
                <a16:creationId xmlns:a16="http://schemas.microsoft.com/office/drawing/2014/main" id="{8607707D-5A7F-32C1-9C54-0697B0DE1349}"/>
              </a:ext>
            </a:extLst>
          </p:cNvPr>
          <p:cNvSpPr/>
          <p:nvPr/>
        </p:nvSpPr>
        <p:spPr>
          <a:xfrm>
            <a:off x="2051021" y="4158125"/>
            <a:ext cx="1545081" cy="712577"/>
          </a:xfrm>
          <a:prstGeom prst="roundRect">
            <a:avLst>
              <a:gd name="adj" fmla="val 9765"/>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ストーリー</a:t>
            </a:r>
          </a:p>
        </p:txBody>
      </p:sp>
      <p:sp>
        <p:nvSpPr>
          <p:cNvPr id="19" name="フリーフォーム: 図形 18">
            <a:extLst>
              <a:ext uri="{FF2B5EF4-FFF2-40B4-BE49-F238E27FC236}">
                <a16:creationId xmlns:a16="http://schemas.microsoft.com/office/drawing/2014/main" id="{F10F09A9-B07B-DDF9-E1DE-A31D050F6309}"/>
              </a:ext>
            </a:extLst>
          </p:cNvPr>
          <p:cNvSpPr/>
          <p:nvPr/>
        </p:nvSpPr>
        <p:spPr>
          <a:xfrm>
            <a:off x="3948781" y="1334606"/>
            <a:ext cx="6544877" cy="4056319"/>
          </a:xfrm>
          <a:custGeom>
            <a:avLst/>
            <a:gdLst>
              <a:gd name="csX0" fmla="*/ 0 w 6544877"/>
              <a:gd name="csY0" fmla="*/ 0 h 4056319"/>
              <a:gd name="csX1" fmla="*/ 6148777 w 6544877"/>
              <a:gd name="csY1" fmla="*/ 0 h 4056319"/>
              <a:gd name="csX2" fmla="*/ 6544877 w 6544877"/>
              <a:gd name="csY2" fmla="*/ 396100 h 4056319"/>
              <a:gd name="csX3" fmla="*/ 6544877 w 6544877"/>
              <a:gd name="csY3" fmla="*/ 3660219 h 4056319"/>
              <a:gd name="csX4" fmla="*/ 6148777 w 6544877"/>
              <a:gd name="csY4" fmla="*/ 4056319 h 4056319"/>
              <a:gd name="csX5" fmla="*/ 0 w 6544877"/>
              <a:gd name="csY5" fmla="*/ 4056319 h 4056319"/>
            </a:gdLst>
            <a:ahLst/>
            <a:cxnLst>
              <a:cxn ang="0">
                <a:pos x="csX0" y="csY0"/>
              </a:cxn>
              <a:cxn ang="0">
                <a:pos x="csX1" y="csY1"/>
              </a:cxn>
              <a:cxn ang="0">
                <a:pos x="csX2" y="csY2"/>
              </a:cxn>
              <a:cxn ang="0">
                <a:pos x="csX3" y="csY3"/>
              </a:cxn>
              <a:cxn ang="0">
                <a:pos x="csX4" y="csY4"/>
              </a:cxn>
              <a:cxn ang="0">
                <a:pos x="csX5" y="csY5"/>
              </a:cxn>
            </a:cxnLst>
            <a:rect l="l" t="t" r="r" b="b"/>
            <a:pathLst>
              <a:path w="6544877" h="4056319">
                <a:moveTo>
                  <a:pt x="0" y="0"/>
                </a:moveTo>
                <a:lnTo>
                  <a:pt x="6148777" y="0"/>
                </a:lnTo>
                <a:cubicBezTo>
                  <a:pt x="6367537" y="0"/>
                  <a:pt x="6544877" y="177340"/>
                  <a:pt x="6544877" y="396100"/>
                </a:cubicBezTo>
                <a:lnTo>
                  <a:pt x="6544877" y="3660219"/>
                </a:lnTo>
                <a:cubicBezTo>
                  <a:pt x="6544877" y="3878979"/>
                  <a:pt x="6367537" y="4056319"/>
                  <a:pt x="6148777" y="4056319"/>
                </a:cubicBezTo>
                <a:lnTo>
                  <a:pt x="0" y="4056319"/>
                </a:lnTo>
                <a:close/>
              </a:path>
            </a:pathLst>
          </a:cu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kumimoji="1" lang="ja-JP" altLang="en-US"/>
          </a:p>
        </p:txBody>
      </p:sp>
      <p:sp>
        <p:nvSpPr>
          <p:cNvPr id="23" name="四角形: 角を丸くする 22">
            <a:extLst>
              <a:ext uri="{FF2B5EF4-FFF2-40B4-BE49-F238E27FC236}">
                <a16:creationId xmlns:a16="http://schemas.microsoft.com/office/drawing/2014/main" id="{2F08921D-0B0E-A496-3F88-6ADD33501A6E}"/>
              </a:ext>
            </a:extLst>
          </p:cNvPr>
          <p:cNvSpPr/>
          <p:nvPr/>
        </p:nvSpPr>
        <p:spPr>
          <a:xfrm>
            <a:off x="3287031" y="1871153"/>
            <a:ext cx="1545081" cy="712577"/>
          </a:xfrm>
          <a:prstGeom prst="roundRect">
            <a:avLst>
              <a:gd name="adj" fmla="val 9765"/>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nvGrpSpPr>
          <p:cNvPr id="40" name="グループ化 39">
            <a:extLst>
              <a:ext uri="{FF2B5EF4-FFF2-40B4-BE49-F238E27FC236}">
                <a16:creationId xmlns:a16="http://schemas.microsoft.com/office/drawing/2014/main" id="{5F23883F-39D7-CEE8-3E86-C686BD08FF6C}"/>
              </a:ext>
            </a:extLst>
          </p:cNvPr>
          <p:cNvGrpSpPr/>
          <p:nvPr/>
        </p:nvGrpSpPr>
        <p:grpSpPr>
          <a:xfrm>
            <a:off x="10022798" y="2220735"/>
            <a:ext cx="236362" cy="2284060"/>
            <a:chOff x="11044871" y="4022147"/>
            <a:chExt cx="236362" cy="2031812"/>
          </a:xfrm>
        </p:grpSpPr>
        <p:sp>
          <p:nvSpPr>
            <p:cNvPr id="41" name="四角形: 角を丸くする 40">
              <a:extLst>
                <a:ext uri="{FF2B5EF4-FFF2-40B4-BE49-F238E27FC236}">
                  <a16:creationId xmlns:a16="http://schemas.microsoft.com/office/drawing/2014/main" id="{01FFB038-BC81-DF56-AA4C-D273ABF5F906}"/>
                </a:ext>
              </a:extLst>
            </p:cNvPr>
            <p:cNvSpPr/>
            <p:nvPr/>
          </p:nvSpPr>
          <p:spPr>
            <a:xfrm>
              <a:off x="11044871" y="4022147"/>
              <a:ext cx="236362" cy="2031812"/>
            </a:xfrm>
            <a:prstGeom prst="round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42" name="四角形: 角を丸くする 41">
              <a:extLst>
                <a:ext uri="{FF2B5EF4-FFF2-40B4-BE49-F238E27FC236}">
                  <a16:creationId xmlns:a16="http://schemas.microsoft.com/office/drawing/2014/main" id="{4FEC8941-3472-3DCC-7E29-C35FB1099B4E}"/>
                </a:ext>
              </a:extLst>
            </p:cNvPr>
            <p:cNvSpPr/>
            <p:nvPr/>
          </p:nvSpPr>
          <p:spPr>
            <a:xfrm>
              <a:off x="11066205" y="4094529"/>
              <a:ext cx="193695" cy="571313"/>
            </a:xfrm>
            <a:prstGeom prst="roundRec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74" name="グループ化 73">
            <a:extLst>
              <a:ext uri="{FF2B5EF4-FFF2-40B4-BE49-F238E27FC236}">
                <a16:creationId xmlns:a16="http://schemas.microsoft.com/office/drawing/2014/main" id="{C64F7575-967F-AF01-5072-5389B0E028F1}"/>
              </a:ext>
            </a:extLst>
          </p:cNvPr>
          <p:cNvGrpSpPr/>
          <p:nvPr/>
        </p:nvGrpSpPr>
        <p:grpSpPr>
          <a:xfrm>
            <a:off x="4461820" y="1714900"/>
            <a:ext cx="5047940" cy="3295731"/>
            <a:chOff x="4567606" y="1712966"/>
            <a:chExt cx="5047940" cy="3295731"/>
          </a:xfrm>
        </p:grpSpPr>
        <p:grpSp>
          <p:nvGrpSpPr>
            <p:cNvPr id="38" name="グループ化 37">
              <a:extLst>
                <a:ext uri="{FF2B5EF4-FFF2-40B4-BE49-F238E27FC236}">
                  <a16:creationId xmlns:a16="http://schemas.microsoft.com/office/drawing/2014/main" id="{9B7BCADC-597E-8A68-246C-EF6BD2B06183}"/>
                </a:ext>
              </a:extLst>
            </p:cNvPr>
            <p:cNvGrpSpPr/>
            <p:nvPr/>
          </p:nvGrpSpPr>
          <p:grpSpPr>
            <a:xfrm>
              <a:off x="4567606" y="1712966"/>
              <a:ext cx="995006" cy="3295731"/>
              <a:chOff x="4567605" y="1871153"/>
              <a:chExt cx="995006" cy="3295731"/>
            </a:xfrm>
          </p:grpSpPr>
          <p:sp>
            <p:nvSpPr>
              <p:cNvPr id="31" name="四角形: 角を丸くする 30">
                <a:extLst>
                  <a:ext uri="{FF2B5EF4-FFF2-40B4-BE49-F238E27FC236}">
                    <a16:creationId xmlns:a16="http://schemas.microsoft.com/office/drawing/2014/main" id="{A544040B-FF3E-2784-A651-B9F89E37DEDA}"/>
                  </a:ext>
                </a:extLst>
              </p:cNvPr>
              <p:cNvSpPr/>
              <p:nvPr/>
            </p:nvSpPr>
            <p:spPr>
              <a:xfrm>
                <a:off x="4567606" y="1871153"/>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34" name="四角形: 角を丸くする 33">
                <a:extLst>
                  <a:ext uri="{FF2B5EF4-FFF2-40B4-BE49-F238E27FC236}">
                    <a16:creationId xmlns:a16="http://schemas.microsoft.com/office/drawing/2014/main" id="{71CC825F-6A55-1416-36D6-2509DC15C18B}"/>
                  </a:ext>
                </a:extLst>
              </p:cNvPr>
              <p:cNvSpPr/>
              <p:nvPr/>
            </p:nvSpPr>
            <p:spPr>
              <a:xfrm>
                <a:off x="4567606" y="3030482"/>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36" name="四角形: 角を丸くする 35">
                <a:extLst>
                  <a:ext uri="{FF2B5EF4-FFF2-40B4-BE49-F238E27FC236}">
                    <a16:creationId xmlns:a16="http://schemas.microsoft.com/office/drawing/2014/main" id="{9C32CF04-6935-0FA6-9FB8-95228C967755}"/>
                  </a:ext>
                </a:extLst>
              </p:cNvPr>
              <p:cNvSpPr/>
              <p:nvPr/>
            </p:nvSpPr>
            <p:spPr>
              <a:xfrm>
                <a:off x="4567605" y="4188701"/>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44" name="グループ化 43">
              <a:extLst>
                <a:ext uri="{FF2B5EF4-FFF2-40B4-BE49-F238E27FC236}">
                  <a16:creationId xmlns:a16="http://schemas.microsoft.com/office/drawing/2014/main" id="{95E8CEFE-8FDB-CF37-B451-65523369B046}"/>
                </a:ext>
              </a:extLst>
            </p:cNvPr>
            <p:cNvGrpSpPr/>
            <p:nvPr/>
          </p:nvGrpSpPr>
          <p:grpSpPr>
            <a:xfrm>
              <a:off x="5918584" y="1712966"/>
              <a:ext cx="995006" cy="3295731"/>
              <a:chOff x="4567605" y="1871153"/>
              <a:chExt cx="995006" cy="3295731"/>
            </a:xfrm>
          </p:grpSpPr>
          <p:sp>
            <p:nvSpPr>
              <p:cNvPr id="54" name="四角形: 角を丸くする 53">
                <a:extLst>
                  <a:ext uri="{FF2B5EF4-FFF2-40B4-BE49-F238E27FC236}">
                    <a16:creationId xmlns:a16="http://schemas.microsoft.com/office/drawing/2014/main" id="{A10FB834-4855-EC0F-6886-8BB9E28736CA}"/>
                  </a:ext>
                </a:extLst>
              </p:cNvPr>
              <p:cNvSpPr/>
              <p:nvPr/>
            </p:nvSpPr>
            <p:spPr>
              <a:xfrm>
                <a:off x="4567606" y="1871153"/>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6" name="四角形: 角を丸くする 55">
                <a:extLst>
                  <a:ext uri="{FF2B5EF4-FFF2-40B4-BE49-F238E27FC236}">
                    <a16:creationId xmlns:a16="http://schemas.microsoft.com/office/drawing/2014/main" id="{0B47A0B5-E973-8AE6-960D-57C9ED4F1A20}"/>
                  </a:ext>
                </a:extLst>
              </p:cNvPr>
              <p:cNvSpPr/>
              <p:nvPr/>
            </p:nvSpPr>
            <p:spPr>
              <a:xfrm>
                <a:off x="4567606" y="3030482"/>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8" name="四角形: 角を丸くする 57">
                <a:extLst>
                  <a:ext uri="{FF2B5EF4-FFF2-40B4-BE49-F238E27FC236}">
                    <a16:creationId xmlns:a16="http://schemas.microsoft.com/office/drawing/2014/main" id="{A6302391-57C8-84D6-1FBD-8BD0190E1B50}"/>
                  </a:ext>
                </a:extLst>
              </p:cNvPr>
              <p:cNvSpPr/>
              <p:nvPr/>
            </p:nvSpPr>
            <p:spPr>
              <a:xfrm>
                <a:off x="4567605" y="4188701"/>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60" name="グループ化 59">
              <a:extLst>
                <a:ext uri="{FF2B5EF4-FFF2-40B4-BE49-F238E27FC236}">
                  <a16:creationId xmlns:a16="http://schemas.microsoft.com/office/drawing/2014/main" id="{97BE268F-C9F3-BA7F-9C2B-02900F75EED0}"/>
                </a:ext>
              </a:extLst>
            </p:cNvPr>
            <p:cNvGrpSpPr/>
            <p:nvPr/>
          </p:nvGrpSpPr>
          <p:grpSpPr>
            <a:xfrm>
              <a:off x="7269562" y="1712966"/>
              <a:ext cx="995006" cy="3295731"/>
              <a:chOff x="4567605" y="1871153"/>
              <a:chExt cx="995006" cy="3295731"/>
            </a:xfrm>
          </p:grpSpPr>
          <p:sp>
            <p:nvSpPr>
              <p:cNvPr id="62" name="四角形: 角を丸くする 61">
                <a:extLst>
                  <a:ext uri="{FF2B5EF4-FFF2-40B4-BE49-F238E27FC236}">
                    <a16:creationId xmlns:a16="http://schemas.microsoft.com/office/drawing/2014/main" id="{FC22C831-C064-B4EB-FC46-A2B2261A1806}"/>
                  </a:ext>
                </a:extLst>
              </p:cNvPr>
              <p:cNvSpPr/>
              <p:nvPr/>
            </p:nvSpPr>
            <p:spPr>
              <a:xfrm>
                <a:off x="4567606" y="1871153"/>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64" name="四角形: 角を丸くする 63">
                <a:extLst>
                  <a:ext uri="{FF2B5EF4-FFF2-40B4-BE49-F238E27FC236}">
                    <a16:creationId xmlns:a16="http://schemas.microsoft.com/office/drawing/2014/main" id="{D6E8A624-5AD5-03BF-5A0C-008D2DF676FC}"/>
                  </a:ext>
                </a:extLst>
              </p:cNvPr>
              <p:cNvSpPr/>
              <p:nvPr/>
            </p:nvSpPr>
            <p:spPr>
              <a:xfrm>
                <a:off x="4567606" y="3030482"/>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67" name="四角形: 角を丸くする 66">
                <a:extLst>
                  <a:ext uri="{FF2B5EF4-FFF2-40B4-BE49-F238E27FC236}">
                    <a16:creationId xmlns:a16="http://schemas.microsoft.com/office/drawing/2014/main" id="{D0DFF705-7125-880E-DBA8-5F2B763E3067}"/>
                  </a:ext>
                </a:extLst>
              </p:cNvPr>
              <p:cNvSpPr/>
              <p:nvPr/>
            </p:nvSpPr>
            <p:spPr>
              <a:xfrm>
                <a:off x="4567605" y="4188701"/>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68" name="グループ化 67">
              <a:extLst>
                <a:ext uri="{FF2B5EF4-FFF2-40B4-BE49-F238E27FC236}">
                  <a16:creationId xmlns:a16="http://schemas.microsoft.com/office/drawing/2014/main" id="{C217ACE4-DE5E-CBF3-16B8-F789CBCA1178}"/>
                </a:ext>
              </a:extLst>
            </p:cNvPr>
            <p:cNvGrpSpPr/>
            <p:nvPr/>
          </p:nvGrpSpPr>
          <p:grpSpPr>
            <a:xfrm>
              <a:off x="8620540" y="1712966"/>
              <a:ext cx="995006" cy="3295731"/>
              <a:chOff x="4567605" y="1871153"/>
              <a:chExt cx="995006" cy="3295731"/>
            </a:xfrm>
          </p:grpSpPr>
          <p:sp>
            <p:nvSpPr>
              <p:cNvPr id="70" name="四角形: 角を丸くする 69">
                <a:extLst>
                  <a:ext uri="{FF2B5EF4-FFF2-40B4-BE49-F238E27FC236}">
                    <a16:creationId xmlns:a16="http://schemas.microsoft.com/office/drawing/2014/main" id="{7B5787E3-CC99-99BB-8E15-C277F4A1BDDF}"/>
                  </a:ext>
                </a:extLst>
              </p:cNvPr>
              <p:cNvSpPr/>
              <p:nvPr/>
            </p:nvSpPr>
            <p:spPr>
              <a:xfrm>
                <a:off x="4567606" y="1871153"/>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2" name="四角形: 角を丸くする 71">
                <a:extLst>
                  <a:ext uri="{FF2B5EF4-FFF2-40B4-BE49-F238E27FC236}">
                    <a16:creationId xmlns:a16="http://schemas.microsoft.com/office/drawing/2014/main" id="{3FC8C6B3-92EF-4A25-555B-BFEB8FE4F089}"/>
                  </a:ext>
                </a:extLst>
              </p:cNvPr>
              <p:cNvSpPr/>
              <p:nvPr/>
            </p:nvSpPr>
            <p:spPr>
              <a:xfrm>
                <a:off x="4567606" y="3030482"/>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3" name="四角形: 角を丸くする 72">
                <a:extLst>
                  <a:ext uri="{FF2B5EF4-FFF2-40B4-BE49-F238E27FC236}">
                    <a16:creationId xmlns:a16="http://schemas.microsoft.com/office/drawing/2014/main" id="{352D2ACF-F4E7-E8E9-937E-DF38380A4046}"/>
                  </a:ext>
                </a:extLst>
              </p:cNvPr>
              <p:cNvSpPr/>
              <p:nvPr/>
            </p:nvSpPr>
            <p:spPr>
              <a:xfrm>
                <a:off x="4567605" y="4188701"/>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sp>
        <p:nvSpPr>
          <p:cNvPr id="3" name="正方形/長方形 2">
            <a:extLst>
              <a:ext uri="{FF2B5EF4-FFF2-40B4-BE49-F238E27FC236}">
                <a16:creationId xmlns:a16="http://schemas.microsoft.com/office/drawing/2014/main" id="{A9083E94-385F-43D9-EC33-D8C908E2A0FB}"/>
              </a:ext>
            </a:extLst>
          </p:cNvPr>
          <p:cNvSpPr>
            <a:spLocks/>
          </p:cNvSpPr>
          <p:nvPr/>
        </p:nvSpPr>
        <p:spPr>
          <a:xfrm>
            <a:off x="0" y="-1"/>
            <a:ext cx="12192000" cy="6858001"/>
          </a:xfrm>
          <a:prstGeom prst="rect">
            <a:avLst/>
          </a:prstGeom>
          <a:solidFill>
            <a:schemeClr val="tx1">
              <a:lumMod val="85000"/>
              <a:lumOff val="1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A66E5B07-0B7F-E6A0-C7F8-09F52929325B}"/>
              </a:ext>
            </a:extLst>
          </p:cNvPr>
          <p:cNvSpPr/>
          <p:nvPr/>
        </p:nvSpPr>
        <p:spPr>
          <a:xfrm>
            <a:off x="3159740" y="1541088"/>
            <a:ext cx="5872517" cy="3640397"/>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F34AE6B6-CB19-1593-A712-E71303E3402C}"/>
              </a:ext>
            </a:extLst>
          </p:cNvPr>
          <p:cNvSpPr/>
          <p:nvPr/>
        </p:nvSpPr>
        <p:spPr>
          <a:xfrm>
            <a:off x="5026886" y="4236816"/>
            <a:ext cx="2138224" cy="767022"/>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latin typeface="和音 Joyo R" panose="00000500000000000000" pitchFamily="50" charset="-128"/>
                <a:ea typeface="和音 Joyo R" panose="00000500000000000000" pitchFamily="50" charset="-128"/>
              </a:rPr>
              <a:t>閉じる</a:t>
            </a:r>
            <a:endParaRPr kumimoji="1" lang="ja-JP" altLang="en-US" sz="2400" dirty="0">
              <a:latin typeface="和音 Joyo R" panose="00000500000000000000" pitchFamily="50" charset="-128"/>
              <a:ea typeface="和音 Joyo R" panose="00000500000000000000" pitchFamily="50" charset="-128"/>
            </a:endParaRPr>
          </a:p>
        </p:txBody>
      </p:sp>
      <p:sp>
        <p:nvSpPr>
          <p:cNvPr id="20" name="四角形: 角を丸くする 19">
            <a:extLst>
              <a:ext uri="{FF2B5EF4-FFF2-40B4-BE49-F238E27FC236}">
                <a16:creationId xmlns:a16="http://schemas.microsoft.com/office/drawing/2014/main" id="{0E4E58F4-8F61-473D-B7E1-CF8AA0107C8D}"/>
              </a:ext>
            </a:extLst>
          </p:cNvPr>
          <p:cNvSpPr/>
          <p:nvPr/>
        </p:nvSpPr>
        <p:spPr>
          <a:xfrm>
            <a:off x="5598495" y="1697199"/>
            <a:ext cx="995005" cy="978183"/>
          </a:xfrm>
          <a:prstGeom prst="roundRect">
            <a:avLst>
              <a:gd name="adj" fmla="val 9765"/>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22" name="テキスト ボックス 21">
            <a:extLst>
              <a:ext uri="{FF2B5EF4-FFF2-40B4-BE49-F238E27FC236}">
                <a16:creationId xmlns:a16="http://schemas.microsoft.com/office/drawing/2014/main" id="{176FA34D-2953-5249-8CB2-6404E2A65AAD}"/>
              </a:ext>
            </a:extLst>
          </p:cNvPr>
          <p:cNvSpPr txBox="1"/>
          <p:nvPr/>
        </p:nvSpPr>
        <p:spPr>
          <a:xfrm>
            <a:off x="5490704" y="2710463"/>
            <a:ext cx="1210588" cy="338554"/>
          </a:xfrm>
          <a:prstGeom prst="rect">
            <a:avLst/>
          </a:prstGeom>
          <a:noFill/>
        </p:spPr>
        <p:txBody>
          <a:bodyPr wrap="none" rtlCol="0">
            <a:spAutoFit/>
          </a:bodyPr>
          <a:lstStyle/>
          <a:p>
            <a:pPr algn="ctr"/>
            <a:r>
              <a:rPr lang="ja-JP" altLang="en-US" sz="16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アイテム名</a:t>
            </a:r>
            <a:endParaRPr kumimoji="1" lang="ja-JP" altLang="en-US" sz="16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29" name="正方形/長方形 28">
            <a:extLst>
              <a:ext uri="{FF2B5EF4-FFF2-40B4-BE49-F238E27FC236}">
                <a16:creationId xmlns:a16="http://schemas.microsoft.com/office/drawing/2014/main" id="{EE29DC32-AEA8-1C25-7ADA-619837C6D8A7}"/>
              </a:ext>
            </a:extLst>
          </p:cNvPr>
          <p:cNvSpPr/>
          <p:nvPr/>
        </p:nvSpPr>
        <p:spPr>
          <a:xfrm>
            <a:off x="3159741" y="3069961"/>
            <a:ext cx="5872516" cy="59818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51E7CF72-4B95-6ECC-CA04-2FDB8297A8F7}"/>
              </a:ext>
            </a:extLst>
          </p:cNvPr>
          <p:cNvSpPr txBox="1"/>
          <p:nvPr/>
        </p:nvSpPr>
        <p:spPr>
          <a:xfrm>
            <a:off x="3363458" y="3147749"/>
            <a:ext cx="5465082" cy="461665"/>
          </a:xfrm>
          <a:prstGeom prst="rect">
            <a:avLst/>
          </a:prstGeom>
          <a:noFill/>
        </p:spPr>
        <p:txBody>
          <a:bodyPr wrap="square" rtlCol="0">
            <a:spAutoFit/>
          </a:bodyPr>
          <a:lstStyle/>
          <a:p>
            <a:pPr algn="ctr"/>
            <a:r>
              <a:rPr lang="ja-JP" altLang="en-US" sz="12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説明テキスト説明テキスト説明テキスト説明テキスト説明テキスト</a:t>
            </a:r>
          </a:p>
          <a:p>
            <a:pPr algn="ctr"/>
            <a:r>
              <a:rPr lang="ja-JP" altLang="en-US" sz="12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説明テキスト説明テキスト説明テキスト説明テキスト説明テキスト</a:t>
            </a:r>
          </a:p>
        </p:txBody>
      </p:sp>
      <p:sp>
        <p:nvSpPr>
          <p:cNvPr id="48" name="四角形: 角を丸くする 47">
            <a:extLst>
              <a:ext uri="{FF2B5EF4-FFF2-40B4-BE49-F238E27FC236}">
                <a16:creationId xmlns:a16="http://schemas.microsoft.com/office/drawing/2014/main" id="{F51F233F-9348-0A64-E992-DF18174CADE8}"/>
              </a:ext>
            </a:extLst>
          </p:cNvPr>
          <p:cNvSpPr/>
          <p:nvPr/>
        </p:nvSpPr>
        <p:spPr>
          <a:xfrm>
            <a:off x="5239260" y="3796899"/>
            <a:ext cx="698274" cy="348144"/>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BD76A695-E3BB-1697-43A9-3EB62C653F98}"/>
              </a:ext>
            </a:extLst>
          </p:cNvPr>
          <p:cNvSpPr txBox="1"/>
          <p:nvPr/>
        </p:nvSpPr>
        <p:spPr>
          <a:xfrm>
            <a:off x="5068663" y="3821731"/>
            <a:ext cx="1039469" cy="276999"/>
          </a:xfrm>
          <a:prstGeom prst="rect">
            <a:avLst/>
          </a:prstGeom>
          <a:noFill/>
        </p:spPr>
        <p:txBody>
          <a:bodyPr wrap="square" rtlCol="0">
            <a:spAutoFit/>
          </a:bodyPr>
          <a:lstStyle/>
          <a:p>
            <a:pPr algn="ctr"/>
            <a:r>
              <a:rPr lang="ja-JP" altLang="en-US" sz="12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所持数</a:t>
            </a:r>
          </a:p>
        </p:txBody>
      </p:sp>
      <p:sp>
        <p:nvSpPr>
          <p:cNvPr id="50" name="テキスト ボックス 49">
            <a:extLst>
              <a:ext uri="{FF2B5EF4-FFF2-40B4-BE49-F238E27FC236}">
                <a16:creationId xmlns:a16="http://schemas.microsoft.com/office/drawing/2014/main" id="{63CA53FD-EF90-22D7-B915-42685D993D94}"/>
              </a:ext>
            </a:extLst>
          </p:cNvPr>
          <p:cNvSpPr txBox="1"/>
          <p:nvPr/>
        </p:nvSpPr>
        <p:spPr>
          <a:xfrm>
            <a:off x="6124306" y="3824736"/>
            <a:ext cx="1039469" cy="276999"/>
          </a:xfrm>
          <a:prstGeom prst="rect">
            <a:avLst/>
          </a:prstGeom>
          <a:noFill/>
        </p:spPr>
        <p:txBody>
          <a:bodyPr wrap="square" rtlCol="0">
            <a:spAutoFit/>
          </a:bodyPr>
          <a:lstStyle/>
          <a:p>
            <a:pPr algn="ctr"/>
            <a:r>
              <a:rPr lang="en-US" altLang="ja-JP" sz="12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000000000</a:t>
            </a:r>
            <a:endParaRPr lang="ja-JP" altLang="en-US" sz="12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Tree>
    <p:extLst>
      <p:ext uri="{BB962C8B-B14F-4D97-AF65-F5344CB8AC3E}">
        <p14:creationId xmlns:p14="http://schemas.microsoft.com/office/powerpoint/2010/main" val="3177270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E3182D0-11E2-6D43-6957-3029F5E36CB0}"/>
            </a:ext>
          </a:extLst>
        </p:cNvPr>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FF875617-36B0-EE30-0AEC-8B05C301BEBE}"/>
              </a:ext>
            </a:extLst>
          </p:cNvPr>
          <p:cNvSpPr/>
          <p:nvPr/>
        </p:nvSpPr>
        <p:spPr>
          <a:xfrm>
            <a:off x="1698342" y="1327454"/>
            <a:ext cx="8795316" cy="4056319"/>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grpSp>
        <p:nvGrpSpPr>
          <p:cNvPr id="66" name="グループ化 65">
            <a:extLst>
              <a:ext uri="{FF2B5EF4-FFF2-40B4-BE49-F238E27FC236}">
                <a16:creationId xmlns:a16="http://schemas.microsoft.com/office/drawing/2014/main" id="{91F1BA6F-E61E-A86C-576D-3812751ACE4D}"/>
              </a:ext>
            </a:extLst>
          </p:cNvPr>
          <p:cNvGrpSpPr/>
          <p:nvPr/>
        </p:nvGrpSpPr>
        <p:grpSpPr>
          <a:xfrm>
            <a:off x="431675" y="5640918"/>
            <a:ext cx="11328651" cy="929715"/>
            <a:chOff x="431675" y="5640918"/>
            <a:chExt cx="11328651" cy="929715"/>
          </a:xfrm>
        </p:grpSpPr>
        <p:sp>
          <p:nvSpPr>
            <p:cNvPr id="43" name="四角形: 角を丸くする 42">
              <a:extLst>
                <a:ext uri="{FF2B5EF4-FFF2-40B4-BE49-F238E27FC236}">
                  <a16:creationId xmlns:a16="http://schemas.microsoft.com/office/drawing/2014/main" id="{8267B925-9EB5-41E4-6CF9-C7B84C3F354A}"/>
                </a:ext>
              </a:extLst>
            </p:cNvPr>
            <p:cNvSpPr/>
            <p:nvPr/>
          </p:nvSpPr>
          <p:spPr>
            <a:xfrm>
              <a:off x="431675" y="5656233"/>
              <a:ext cx="11328651" cy="914400"/>
            </a:xfrm>
            <a:prstGeom prst="roundRect">
              <a:avLst>
                <a:gd name="adj" fmla="val 480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sp>
          <p:nvSpPr>
            <p:cNvPr id="53" name="四角形: 角を丸くする 52">
              <a:extLst>
                <a:ext uri="{FF2B5EF4-FFF2-40B4-BE49-F238E27FC236}">
                  <a16:creationId xmlns:a16="http://schemas.microsoft.com/office/drawing/2014/main" id="{6D3314B7-E0D8-8C9C-5AC0-6066041E77EE}"/>
                </a:ext>
              </a:extLst>
            </p:cNvPr>
            <p:cNvSpPr/>
            <p:nvPr/>
          </p:nvSpPr>
          <p:spPr>
            <a:xfrm>
              <a:off x="989774" y="5640918"/>
              <a:ext cx="1338828" cy="914400"/>
            </a:xfrm>
            <a:prstGeom prst="roundRect">
              <a:avLst/>
            </a:prstGeom>
            <a:solidFill>
              <a:srgbClr val="FFA4F3">
                <a:alpha val="50000"/>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5" name="テキスト ボックス 54">
              <a:extLst>
                <a:ext uri="{FF2B5EF4-FFF2-40B4-BE49-F238E27FC236}">
                  <a16:creationId xmlns:a16="http://schemas.microsoft.com/office/drawing/2014/main" id="{01571E20-9490-7531-1F3B-4E7990C3DEF0}"/>
                </a:ext>
              </a:extLst>
            </p:cNvPr>
            <p:cNvSpPr txBox="1"/>
            <p:nvPr/>
          </p:nvSpPr>
          <p:spPr>
            <a:xfrm>
              <a:off x="1165119"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ホーム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7" name="テキスト ボックス 56">
              <a:extLst>
                <a:ext uri="{FF2B5EF4-FFF2-40B4-BE49-F238E27FC236}">
                  <a16:creationId xmlns:a16="http://schemas.microsoft.com/office/drawing/2014/main" id="{50BC0CFC-C2AF-E8D6-1CD3-B3609CBC9FBE}"/>
                </a:ext>
              </a:extLst>
            </p:cNvPr>
            <p:cNvSpPr txBox="1"/>
            <p:nvPr/>
          </p:nvSpPr>
          <p:spPr>
            <a:xfrm flipH="1">
              <a:off x="5292437"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娼館</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9" name="テキスト ボックス 58">
              <a:extLst>
                <a:ext uri="{FF2B5EF4-FFF2-40B4-BE49-F238E27FC236}">
                  <a16:creationId xmlns:a16="http://schemas.microsoft.com/office/drawing/2014/main" id="{B976EFDB-9122-DD25-DA5D-FA1E75CA55BB}"/>
                </a:ext>
              </a:extLst>
            </p:cNvPr>
            <p:cNvSpPr txBox="1"/>
            <p:nvPr/>
          </p:nvSpPr>
          <p:spPr>
            <a:xfrm>
              <a:off x="2844057" y="5913378"/>
              <a:ext cx="1723549"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キャラクター</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1" name="テキスト ボックス 60">
              <a:extLst>
                <a:ext uri="{FF2B5EF4-FFF2-40B4-BE49-F238E27FC236}">
                  <a16:creationId xmlns:a16="http://schemas.microsoft.com/office/drawing/2014/main" id="{2717ECD8-6FFA-B3D1-AA89-F692C7D85560}"/>
                </a:ext>
              </a:extLst>
            </p:cNvPr>
            <p:cNvSpPr txBox="1"/>
            <p:nvPr/>
          </p:nvSpPr>
          <p:spPr>
            <a:xfrm>
              <a:off x="8393833" y="5913378"/>
              <a:ext cx="697627"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回想</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3" name="テキスト ボックス 62">
              <a:extLst>
                <a:ext uri="{FF2B5EF4-FFF2-40B4-BE49-F238E27FC236}">
                  <a16:creationId xmlns:a16="http://schemas.microsoft.com/office/drawing/2014/main" id="{F1AD51F6-8465-6CD9-4051-1A9A1B200C69}"/>
                </a:ext>
              </a:extLst>
            </p:cNvPr>
            <p:cNvSpPr txBox="1"/>
            <p:nvPr/>
          </p:nvSpPr>
          <p:spPr>
            <a:xfrm>
              <a:off x="6714895" y="5913378"/>
              <a:ext cx="954107" cy="400110"/>
            </a:xfrm>
            <a:prstGeom prst="rect">
              <a:avLst/>
            </a:prstGeom>
            <a:noFill/>
          </p:spPr>
          <p:txBody>
            <a:bodyPr wrap="none" rtlCol="0">
              <a:spAutoFit/>
            </a:bodyPr>
            <a:lstStyle/>
            <a:p>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ゲート</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65" name="テキスト ボックス 64">
              <a:extLst>
                <a:ext uri="{FF2B5EF4-FFF2-40B4-BE49-F238E27FC236}">
                  <a16:creationId xmlns:a16="http://schemas.microsoft.com/office/drawing/2014/main" id="{0A3E82B5-2C33-9E0F-2EDF-07AD875AC055}"/>
                </a:ext>
              </a:extLst>
            </p:cNvPr>
            <p:cNvSpPr txBox="1"/>
            <p:nvPr/>
          </p:nvSpPr>
          <p:spPr>
            <a:xfrm flipH="1">
              <a:off x="9816293" y="5913378"/>
              <a:ext cx="1210588" cy="400110"/>
            </a:xfrm>
            <a:prstGeom prst="rect">
              <a:avLst/>
            </a:prstGeom>
            <a:noFill/>
          </p:spPr>
          <p:txBody>
            <a:bodyPr wrap="none" rtlCol="0">
              <a:spAutoFit/>
            </a:bodyPr>
            <a:lstStyle/>
            <a:p>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武器製造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37" name="四角形: 角を丸くする 36">
            <a:extLst>
              <a:ext uri="{FF2B5EF4-FFF2-40B4-BE49-F238E27FC236}">
                <a16:creationId xmlns:a16="http://schemas.microsoft.com/office/drawing/2014/main" id="{51271FBB-33D2-66DD-EE9A-CF4D4634A187}"/>
              </a:ext>
            </a:extLst>
          </p:cNvPr>
          <p:cNvSpPr/>
          <p:nvPr/>
        </p:nvSpPr>
        <p:spPr>
          <a:xfrm>
            <a:off x="1157024" y="508715"/>
            <a:ext cx="2130007" cy="638703"/>
          </a:xfrm>
          <a:prstGeom prst="roundRect">
            <a:avLst>
              <a:gd name="adj" fmla="val 48030"/>
            </a:avLst>
          </a:prstGeom>
          <a:solidFill>
            <a:srgbClr val="FFA4F3">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solidFill>
                <a:schemeClr val="tx1">
                  <a:lumMod val="85000"/>
                  <a:lumOff val="15000"/>
                </a:schemeClr>
              </a:solidFill>
            </a:endParaRPr>
          </a:p>
        </p:txBody>
      </p:sp>
      <p:grpSp>
        <p:nvGrpSpPr>
          <p:cNvPr id="24" name="グループ化 23">
            <a:extLst>
              <a:ext uri="{FF2B5EF4-FFF2-40B4-BE49-F238E27FC236}">
                <a16:creationId xmlns:a16="http://schemas.microsoft.com/office/drawing/2014/main" id="{6759C8D3-54E5-F913-FDA5-0B26C2EAEDCE}"/>
              </a:ext>
            </a:extLst>
          </p:cNvPr>
          <p:cNvGrpSpPr/>
          <p:nvPr/>
        </p:nvGrpSpPr>
        <p:grpSpPr>
          <a:xfrm>
            <a:off x="163586" y="134635"/>
            <a:ext cx="1975684" cy="1396119"/>
            <a:chOff x="163586" y="134635"/>
            <a:chExt cx="1975684" cy="1396119"/>
          </a:xfrm>
        </p:grpSpPr>
        <p:grpSp>
          <p:nvGrpSpPr>
            <p:cNvPr id="25" name="グループ化 24">
              <a:extLst>
                <a:ext uri="{FF2B5EF4-FFF2-40B4-BE49-F238E27FC236}">
                  <a16:creationId xmlns:a16="http://schemas.microsoft.com/office/drawing/2014/main" id="{BDBB1BA2-A394-7B39-25F2-A7375D18990F}"/>
                </a:ext>
              </a:extLst>
            </p:cNvPr>
            <p:cNvGrpSpPr/>
            <p:nvPr/>
          </p:nvGrpSpPr>
          <p:grpSpPr>
            <a:xfrm>
              <a:off x="163586" y="134635"/>
              <a:ext cx="1975684" cy="1396119"/>
              <a:chOff x="163586" y="134635"/>
              <a:chExt cx="1975684" cy="1396119"/>
            </a:xfrm>
          </p:grpSpPr>
          <p:pic>
            <p:nvPicPr>
              <p:cNvPr id="27" name="図 26">
                <a:extLst>
                  <a:ext uri="{FF2B5EF4-FFF2-40B4-BE49-F238E27FC236}">
                    <a16:creationId xmlns:a16="http://schemas.microsoft.com/office/drawing/2014/main" id="{8E25A2BE-1CE2-D995-3E69-5511E9EA11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28" name="楕円 27">
                <a:extLst>
                  <a:ext uri="{FF2B5EF4-FFF2-40B4-BE49-F238E27FC236}">
                    <a16:creationId xmlns:a16="http://schemas.microsoft.com/office/drawing/2014/main" id="{E36029EF-F6B0-7F51-3178-8B171FA0E37C}"/>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6" name="図 25">
              <a:extLst>
                <a:ext uri="{FF2B5EF4-FFF2-40B4-BE49-F238E27FC236}">
                  <a16:creationId xmlns:a16="http://schemas.microsoft.com/office/drawing/2014/main" id="{665B9ABF-6A38-3D1F-FB14-D5D0A18CC5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39" name="テキスト ボックス 38">
            <a:extLst>
              <a:ext uri="{FF2B5EF4-FFF2-40B4-BE49-F238E27FC236}">
                <a16:creationId xmlns:a16="http://schemas.microsoft.com/office/drawing/2014/main" id="{A0797012-0D40-D258-2D12-974A9CA83C7E}"/>
              </a:ext>
            </a:extLst>
          </p:cNvPr>
          <p:cNvSpPr txBox="1"/>
          <p:nvPr/>
        </p:nvSpPr>
        <p:spPr>
          <a:xfrm>
            <a:off x="1752829" y="641390"/>
            <a:ext cx="1210588" cy="400110"/>
          </a:xfrm>
          <a:prstGeom prst="rect">
            <a:avLst/>
          </a:prstGeom>
          <a:noFill/>
        </p:spPr>
        <p:txBody>
          <a:bodyPr wrap="none" rtlCol="0">
            <a:spAutoFit/>
          </a:bodyPr>
          <a:lstStyle/>
          <a:p>
            <a:pPr algn="ctr"/>
            <a:r>
              <a:rPr kumimoji="1"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アイテム</a:t>
            </a:r>
            <a:endParaRPr kumimoji="1"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sp>
        <p:nvSpPr>
          <p:cNvPr id="5" name="四角形: 角を丸くする 4">
            <a:extLst>
              <a:ext uri="{FF2B5EF4-FFF2-40B4-BE49-F238E27FC236}">
                <a16:creationId xmlns:a16="http://schemas.microsoft.com/office/drawing/2014/main" id="{1006BA6B-EF44-7B72-1246-59DC8801E775}"/>
              </a:ext>
            </a:extLst>
          </p:cNvPr>
          <p:cNvSpPr/>
          <p:nvPr/>
        </p:nvSpPr>
        <p:spPr>
          <a:xfrm>
            <a:off x="2051021" y="3014639"/>
            <a:ext cx="1545081" cy="712577"/>
          </a:xfrm>
          <a:prstGeom prst="roundRect">
            <a:avLst>
              <a:gd name="adj" fmla="val 9765"/>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素材</a:t>
            </a:r>
          </a:p>
        </p:txBody>
      </p:sp>
      <p:sp>
        <p:nvSpPr>
          <p:cNvPr id="7" name="四角形: 角を丸くする 6">
            <a:extLst>
              <a:ext uri="{FF2B5EF4-FFF2-40B4-BE49-F238E27FC236}">
                <a16:creationId xmlns:a16="http://schemas.microsoft.com/office/drawing/2014/main" id="{3BAB828D-F1D6-077E-8C19-0E99CF6BA5A0}"/>
              </a:ext>
            </a:extLst>
          </p:cNvPr>
          <p:cNvSpPr/>
          <p:nvPr/>
        </p:nvSpPr>
        <p:spPr>
          <a:xfrm>
            <a:off x="2051021" y="1871154"/>
            <a:ext cx="1545081" cy="712577"/>
          </a:xfrm>
          <a:prstGeom prst="roundRect">
            <a:avLst>
              <a:gd name="adj" fmla="val 9765"/>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消費</a:t>
            </a:r>
          </a:p>
        </p:txBody>
      </p:sp>
      <p:sp>
        <p:nvSpPr>
          <p:cNvPr id="9" name="四角形: 角を丸くする 8">
            <a:extLst>
              <a:ext uri="{FF2B5EF4-FFF2-40B4-BE49-F238E27FC236}">
                <a16:creationId xmlns:a16="http://schemas.microsoft.com/office/drawing/2014/main" id="{B033CAA5-39CB-0B42-4380-18DFB35C0B28}"/>
              </a:ext>
            </a:extLst>
          </p:cNvPr>
          <p:cNvSpPr/>
          <p:nvPr/>
        </p:nvSpPr>
        <p:spPr>
          <a:xfrm>
            <a:off x="2051021" y="4158125"/>
            <a:ext cx="1545081" cy="712577"/>
          </a:xfrm>
          <a:prstGeom prst="roundRect">
            <a:avLst>
              <a:gd name="adj" fmla="val 9765"/>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latin typeface="原稿用標準書体" panose="03000503000000000000" pitchFamily="66" charset="-128"/>
                <a:ea typeface="原稿用標準書体" panose="03000503000000000000" pitchFamily="66" charset="-128"/>
              </a:rPr>
              <a:t>ストーリー</a:t>
            </a:r>
          </a:p>
        </p:txBody>
      </p:sp>
      <p:sp>
        <p:nvSpPr>
          <p:cNvPr id="19" name="フリーフォーム: 図形 18">
            <a:extLst>
              <a:ext uri="{FF2B5EF4-FFF2-40B4-BE49-F238E27FC236}">
                <a16:creationId xmlns:a16="http://schemas.microsoft.com/office/drawing/2014/main" id="{5CD2B4DC-6840-7C92-43DB-2743B63AAC11}"/>
              </a:ext>
            </a:extLst>
          </p:cNvPr>
          <p:cNvSpPr/>
          <p:nvPr/>
        </p:nvSpPr>
        <p:spPr>
          <a:xfrm>
            <a:off x="3948781" y="1334606"/>
            <a:ext cx="6544877" cy="4056319"/>
          </a:xfrm>
          <a:custGeom>
            <a:avLst/>
            <a:gdLst>
              <a:gd name="csX0" fmla="*/ 0 w 6544877"/>
              <a:gd name="csY0" fmla="*/ 0 h 4056319"/>
              <a:gd name="csX1" fmla="*/ 6148777 w 6544877"/>
              <a:gd name="csY1" fmla="*/ 0 h 4056319"/>
              <a:gd name="csX2" fmla="*/ 6544877 w 6544877"/>
              <a:gd name="csY2" fmla="*/ 396100 h 4056319"/>
              <a:gd name="csX3" fmla="*/ 6544877 w 6544877"/>
              <a:gd name="csY3" fmla="*/ 3660219 h 4056319"/>
              <a:gd name="csX4" fmla="*/ 6148777 w 6544877"/>
              <a:gd name="csY4" fmla="*/ 4056319 h 4056319"/>
              <a:gd name="csX5" fmla="*/ 0 w 6544877"/>
              <a:gd name="csY5" fmla="*/ 4056319 h 4056319"/>
            </a:gdLst>
            <a:ahLst/>
            <a:cxnLst>
              <a:cxn ang="0">
                <a:pos x="csX0" y="csY0"/>
              </a:cxn>
              <a:cxn ang="0">
                <a:pos x="csX1" y="csY1"/>
              </a:cxn>
              <a:cxn ang="0">
                <a:pos x="csX2" y="csY2"/>
              </a:cxn>
              <a:cxn ang="0">
                <a:pos x="csX3" y="csY3"/>
              </a:cxn>
              <a:cxn ang="0">
                <a:pos x="csX4" y="csY4"/>
              </a:cxn>
              <a:cxn ang="0">
                <a:pos x="csX5" y="csY5"/>
              </a:cxn>
            </a:cxnLst>
            <a:rect l="l" t="t" r="r" b="b"/>
            <a:pathLst>
              <a:path w="6544877" h="4056319">
                <a:moveTo>
                  <a:pt x="0" y="0"/>
                </a:moveTo>
                <a:lnTo>
                  <a:pt x="6148777" y="0"/>
                </a:lnTo>
                <a:cubicBezTo>
                  <a:pt x="6367537" y="0"/>
                  <a:pt x="6544877" y="177340"/>
                  <a:pt x="6544877" y="396100"/>
                </a:cubicBezTo>
                <a:lnTo>
                  <a:pt x="6544877" y="3660219"/>
                </a:lnTo>
                <a:cubicBezTo>
                  <a:pt x="6544877" y="3878979"/>
                  <a:pt x="6367537" y="4056319"/>
                  <a:pt x="6148777" y="4056319"/>
                </a:cubicBezTo>
                <a:lnTo>
                  <a:pt x="0" y="4056319"/>
                </a:lnTo>
                <a:close/>
              </a:path>
            </a:pathLst>
          </a:cu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kumimoji="1" lang="ja-JP" altLang="en-US"/>
          </a:p>
        </p:txBody>
      </p:sp>
      <p:sp>
        <p:nvSpPr>
          <p:cNvPr id="23" name="四角形: 角を丸くする 22">
            <a:extLst>
              <a:ext uri="{FF2B5EF4-FFF2-40B4-BE49-F238E27FC236}">
                <a16:creationId xmlns:a16="http://schemas.microsoft.com/office/drawing/2014/main" id="{20195961-58F3-764D-5127-0FE006DEF791}"/>
              </a:ext>
            </a:extLst>
          </p:cNvPr>
          <p:cNvSpPr/>
          <p:nvPr/>
        </p:nvSpPr>
        <p:spPr>
          <a:xfrm>
            <a:off x="3287031" y="1871153"/>
            <a:ext cx="1545081" cy="712577"/>
          </a:xfrm>
          <a:prstGeom prst="roundRect">
            <a:avLst>
              <a:gd name="adj" fmla="val 9765"/>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nvGrpSpPr>
          <p:cNvPr id="40" name="グループ化 39">
            <a:extLst>
              <a:ext uri="{FF2B5EF4-FFF2-40B4-BE49-F238E27FC236}">
                <a16:creationId xmlns:a16="http://schemas.microsoft.com/office/drawing/2014/main" id="{8917CFC4-42C2-4366-867B-3BBC54ECF210}"/>
              </a:ext>
            </a:extLst>
          </p:cNvPr>
          <p:cNvGrpSpPr/>
          <p:nvPr/>
        </p:nvGrpSpPr>
        <p:grpSpPr>
          <a:xfrm>
            <a:off x="10022798" y="2220735"/>
            <a:ext cx="236362" cy="2284060"/>
            <a:chOff x="11044871" y="4022147"/>
            <a:chExt cx="236362" cy="2031812"/>
          </a:xfrm>
        </p:grpSpPr>
        <p:sp>
          <p:nvSpPr>
            <p:cNvPr id="41" name="四角形: 角を丸くする 40">
              <a:extLst>
                <a:ext uri="{FF2B5EF4-FFF2-40B4-BE49-F238E27FC236}">
                  <a16:creationId xmlns:a16="http://schemas.microsoft.com/office/drawing/2014/main" id="{56EA10B0-6933-8DE5-9518-DD6B68E7BFBC}"/>
                </a:ext>
              </a:extLst>
            </p:cNvPr>
            <p:cNvSpPr/>
            <p:nvPr/>
          </p:nvSpPr>
          <p:spPr>
            <a:xfrm>
              <a:off x="11044871" y="4022147"/>
              <a:ext cx="236362" cy="2031812"/>
            </a:xfrm>
            <a:prstGeom prst="round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42" name="四角形: 角を丸くする 41">
              <a:extLst>
                <a:ext uri="{FF2B5EF4-FFF2-40B4-BE49-F238E27FC236}">
                  <a16:creationId xmlns:a16="http://schemas.microsoft.com/office/drawing/2014/main" id="{DF839467-5438-89DB-FBBC-5647FF008A0E}"/>
                </a:ext>
              </a:extLst>
            </p:cNvPr>
            <p:cNvSpPr/>
            <p:nvPr/>
          </p:nvSpPr>
          <p:spPr>
            <a:xfrm>
              <a:off x="11066205" y="4094529"/>
              <a:ext cx="193695" cy="571313"/>
            </a:xfrm>
            <a:prstGeom prst="roundRec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74" name="グループ化 73">
            <a:extLst>
              <a:ext uri="{FF2B5EF4-FFF2-40B4-BE49-F238E27FC236}">
                <a16:creationId xmlns:a16="http://schemas.microsoft.com/office/drawing/2014/main" id="{E907A46C-198F-8F0F-8D68-0A2EE49E0BB7}"/>
              </a:ext>
            </a:extLst>
          </p:cNvPr>
          <p:cNvGrpSpPr/>
          <p:nvPr/>
        </p:nvGrpSpPr>
        <p:grpSpPr>
          <a:xfrm>
            <a:off x="4461820" y="1714900"/>
            <a:ext cx="5047940" cy="3295731"/>
            <a:chOff x="4567606" y="1712966"/>
            <a:chExt cx="5047940" cy="3295731"/>
          </a:xfrm>
        </p:grpSpPr>
        <p:grpSp>
          <p:nvGrpSpPr>
            <p:cNvPr id="38" name="グループ化 37">
              <a:extLst>
                <a:ext uri="{FF2B5EF4-FFF2-40B4-BE49-F238E27FC236}">
                  <a16:creationId xmlns:a16="http://schemas.microsoft.com/office/drawing/2014/main" id="{9C2028FB-AAA6-AA80-662A-F55104FD87B6}"/>
                </a:ext>
              </a:extLst>
            </p:cNvPr>
            <p:cNvGrpSpPr/>
            <p:nvPr/>
          </p:nvGrpSpPr>
          <p:grpSpPr>
            <a:xfrm>
              <a:off x="4567606" y="1712966"/>
              <a:ext cx="995006" cy="3295731"/>
              <a:chOff x="4567605" y="1871153"/>
              <a:chExt cx="995006" cy="3295731"/>
            </a:xfrm>
          </p:grpSpPr>
          <p:sp>
            <p:nvSpPr>
              <p:cNvPr id="31" name="四角形: 角を丸くする 30">
                <a:extLst>
                  <a:ext uri="{FF2B5EF4-FFF2-40B4-BE49-F238E27FC236}">
                    <a16:creationId xmlns:a16="http://schemas.microsoft.com/office/drawing/2014/main" id="{D2FD7412-B747-3885-5FD1-E5E3FF272A28}"/>
                  </a:ext>
                </a:extLst>
              </p:cNvPr>
              <p:cNvSpPr/>
              <p:nvPr/>
            </p:nvSpPr>
            <p:spPr>
              <a:xfrm>
                <a:off x="4567606" y="1871153"/>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34" name="四角形: 角を丸くする 33">
                <a:extLst>
                  <a:ext uri="{FF2B5EF4-FFF2-40B4-BE49-F238E27FC236}">
                    <a16:creationId xmlns:a16="http://schemas.microsoft.com/office/drawing/2014/main" id="{9019C3F7-00E5-FC68-61FC-6012F43B87BC}"/>
                  </a:ext>
                </a:extLst>
              </p:cNvPr>
              <p:cNvSpPr/>
              <p:nvPr/>
            </p:nvSpPr>
            <p:spPr>
              <a:xfrm>
                <a:off x="4567606" y="3030482"/>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36" name="四角形: 角を丸くする 35">
                <a:extLst>
                  <a:ext uri="{FF2B5EF4-FFF2-40B4-BE49-F238E27FC236}">
                    <a16:creationId xmlns:a16="http://schemas.microsoft.com/office/drawing/2014/main" id="{EE6615B8-7599-F3A7-8619-E514E4540BAD}"/>
                  </a:ext>
                </a:extLst>
              </p:cNvPr>
              <p:cNvSpPr/>
              <p:nvPr/>
            </p:nvSpPr>
            <p:spPr>
              <a:xfrm>
                <a:off x="4567605" y="4188701"/>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44" name="グループ化 43">
              <a:extLst>
                <a:ext uri="{FF2B5EF4-FFF2-40B4-BE49-F238E27FC236}">
                  <a16:creationId xmlns:a16="http://schemas.microsoft.com/office/drawing/2014/main" id="{4D56DAF6-065F-549E-42A0-43CED25E6025}"/>
                </a:ext>
              </a:extLst>
            </p:cNvPr>
            <p:cNvGrpSpPr/>
            <p:nvPr/>
          </p:nvGrpSpPr>
          <p:grpSpPr>
            <a:xfrm>
              <a:off x="5918584" y="1712966"/>
              <a:ext cx="995006" cy="3295731"/>
              <a:chOff x="4567605" y="1871153"/>
              <a:chExt cx="995006" cy="3295731"/>
            </a:xfrm>
          </p:grpSpPr>
          <p:sp>
            <p:nvSpPr>
              <p:cNvPr id="54" name="四角形: 角を丸くする 53">
                <a:extLst>
                  <a:ext uri="{FF2B5EF4-FFF2-40B4-BE49-F238E27FC236}">
                    <a16:creationId xmlns:a16="http://schemas.microsoft.com/office/drawing/2014/main" id="{CB49DF9C-D7EC-996C-3342-B83F3B9DAE89}"/>
                  </a:ext>
                </a:extLst>
              </p:cNvPr>
              <p:cNvSpPr/>
              <p:nvPr/>
            </p:nvSpPr>
            <p:spPr>
              <a:xfrm>
                <a:off x="4567606" y="1871153"/>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6" name="四角形: 角を丸くする 55">
                <a:extLst>
                  <a:ext uri="{FF2B5EF4-FFF2-40B4-BE49-F238E27FC236}">
                    <a16:creationId xmlns:a16="http://schemas.microsoft.com/office/drawing/2014/main" id="{85448FD5-96E7-D020-2470-F74FB9531FB2}"/>
                  </a:ext>
                </a:extLst>
              </p:cNvPr>
              <p:cNvSpPr/>
              <p:nvPr/>
            </p:nvSpPr>
            <p:spPr>
              <a:xfrm>
                <a:off x="4567606" y="3030482"/>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8" name="四角形: 角を丸くする 57">
                <a:extLst>
                  <a:ext uri="{FF2B5EF4-FFF2-40B4-BE49-F238E27FC236}">
                    <a16:creationId xmlns:a16="http://schemas.microsoft.com/office/drawing/2014/main" id="{BC3C8F0F-E69F-46DA-8E98-B27E5B9EF2AC}"/>
                  </a:ext>
                </a:extLst>
              </p:cNvPr>
              <p:cNvSpPr/>
              <p:nvPr/>
            </p:nvSpPr>
            <p:spPr>
              <a:xfrm>
                <a:off x="4567605" y="4188701"/>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60" name="グループ化 59">
              <a:extLst>
                <a:ext uri="{FF2B5EF4-FFF2-40B4-BE49-F238E27FC236}">
                  <a16:creationId xmlns:a16="http://schemas.microsoft.com/office/drawing/2014/main" id="{30D89DC2-DC7C-176F-B3B7-9E6D2B8B6192}"/>
                </a:ext>
              </a:extLst>
            </p:cNvPr>
            <p:cNvGrpSpPr/>
            <p:nvPr/>
          </p:nvGrpSpPr>
          <p:grpSpPr>
            <a:xfrm>
              <a:off x="7269562" y="1712966"/>
              <a:ext cx="995006" cy="3295731"/>
              <a:chOff x="4567605" y="1871153"/>
              <a:chExt cx="995006" cy="3295731"/>
            </a:xfrm>
          </p:grpSpPr>
          <p:sp>
            <p:nvSpPr>
              <p:cNvPr id="62" name="四角形: 角を丸くする 61">
                <a:extLst>
                  <a:ext uri="{FF2B5EF4-FFF2-40B4-BE49-F238E27FC236}">
                    <a16:creationId xmlns:a16="http://schemas.microsoft.com/office/drawing/2014/main" id="{307F4869-56A7-A461-D652-95D7E635FEA8}"/>
                  </a:ext>
                </a:extLst>
              </p:cNvPr>
              <p:cNvSpPr/>
              <p:nvPr/>
            </p:nvSpPr>
            <p:spPr>
              <a:xfrm>
                <a:off x="4567606" y="1871153"/>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64" name="四角形: 角を丸くする 63">
                <a:extLst>
                  <a:ext uri="{FF2B5EF4-FFF2-40B4-BE49-F238E27FC236}">
                    <a16:creationId xmlns:a16="http://schemas.microsoft.com/office/drawing/2014/main" id="{A5D45181-5C45-1CF2-0F75-3565E0EFF003}"/>
                  </a:ext>
                </a:extLst>
              </p:cNvPr>
              <p:cNvSpPr/>
              <p:nvPr/>
            </p:nvSpPr>
            <p:spPr>
              <a:xfrm>
                <a:off x="4567606" y="3030482"/>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67" name="四角形: 角を丸くする 66">
                <a:extLst>
                  <a:ext uri="{FF2B5EF4-FFF2-40B4-BE49-F238E27FC236}">
                    <a16:creationId xmlns:a16="http://schemas.microsoft.com/office/drawing/2014/main" id="{BB0E9B03-0544-D7B0-31E5-04102371D159}"/>
                  </a:ext>
                </a:extLst>
              </p:cNvPr>
              <p:cNvSpPr/>
              <p:nvPr/>
            </p:nvSpPr>
            <p:spPr>
              <a:xfrm>
                <a:off x="4567605" y="4188701"/>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68" name="グループ化 67">
              <a:extLst>
                <a:ext uri="{FF2B5EF4-FFF2-40B4-BE49-F238E27FC236}">
                  <a16:creationId xmlns:a16="http://schemas.microsoft.com/office/drawing/2014/main" id="{BFE87E2F-5506-1BE0-EC0A-F74B7ED388AC}"/>
                </a:ext>
              </a:extLst>
            </p:cNvPr>
            <p:cNvGrpSpPr/>
            <p:nvPr/>
          </p:nvGrpSpPr>
          <p:grpSpPr>
            <a:xfrm>
              <a:off x="8620540" y="1712966"/>
              <a:ext cx="995006" cy="3295731"/>
              <a:chOff x="4567605" y="1871153"/>
              <a:chExt cx="995006" cy="3295731"/>
            </a:xfrm>
          </p:grpSpPr>
          <p:sp>
            <p:nvSpPr>
              <p:cNvPr id="70" name="四角形: 角を丸くする 69">
                <a:extLst>
                  <a:ext uri="{FF2B5EF4-FFF2-40B4-BE49-F238E27FC236}">
                    <a16:creationId xmlns:a16="http://schemas.microsoft.com/office/drawing/2014/main" id="{9D0894A8-3BF6-F17F-493E-C509300B74B6}"/>
                  </a:ext>
                </a:extLst>
              </p:cNvPr>
              <p:cNvSpPr/>
              <p:nvPr/>
            </p:nvSpPr>
            <p:spPr>
              <a:xfrm>
                <a:off x="4567606" y="1871153"/>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2" name="四角形: 角を丸くする 71">
                <a:extLst>
                  <a:ext uri="{FF2B5EF4-FFF2-40B4-BE49-F238E27FC236}">
                    <a16:creationId xmlns:a16="http://schemas.microsoft.com/office/drawing/2014/main" id="{06596C61-DDFA-DAC2-0D5C-5153F88FD68C}"/>
                  </a:ext>
                </a:extLst>
              </p:cNvPr>
              <p:cNvSpPr/>
              <p:nvPr/>
            </p:nvSpPr>
            <p:spPr>
              <a:xfrm>
                <a:off x="4567606" y="3030482"/>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3" name="四角形: 角を丸くする 72">
                <a:extLst>
                  <a:ext uri="{FF2B5EF4-FFF2-40B4-BE49-F238E27FC236}">
                    <a16:creationId xmlns:a16="http://schemas.microsoft.com/office/drawing/2014/main" id="{6ECF1B6F-03E2-DF3B-3C62-28074D5A1944}"/>
                  </a:ext>
                </a:extLst>
              </p:cNvPr>
              <p:cNvSpPr/>
              <p:nvPr/>
            </p:nvSpPr>
            <p:spPr>
              <a:xfrm>
                <a:off x="4567605" y="4188701"/>
                <a:ext cx="995005" cy="978183"/>
              </a:xfrm>
              <a:prstGeom prst="roundRect">
                <a:avLst>
                  <a:gd name="adj" fmla="val 9765"/>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sp>
        <p:nvSpPr>
          <p:cNvPr id="3" name="正方形/長方形 2">
            <a:extLst>
              <a:ext uri="{FF2B5EF4-FFF2-40B4-BE49-F238E27FC236}">
                <a16:creationId xmlns:a16="http://schemas.microsoft.com/office/drawing/2014/main" id="{07BBFCD0-DD4D-0918-6BC3-784866E71E5D}"/>
              </a:ext>
            </a:extLst>
          </p:cNvPr>
          <p:cNvSpPr>
            <a:spLocks/>
          </p:cNvSpPr>
          <p:nvPr/>
        </p:nvSpPr>
        <p:spPr>
          <a:xfrm>
            <a:off x="0" y="-1"/>
            <a:ext cx="12192000" cy="6858001"/>
          </a:xfrm>
          <a:prstGeom prst="rect">
            <a:avLst/>
          </a:prstGeom>
          <a:solidFill>
            <a:schemeClr val="tx1">
              <a:lumMod val="85000"/>
              <a:lumOff val="1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1B9F875F-8882-861C-ACA7-97740FCECB2C}"/>
              </a:ext>
            </a:extLst>
          </p:cNvPr>
          <p:cNvSpPr/>
          <p:nvPr/>
        </p:nvSpPr>
        <p:spPr>
          <a:xfrm>
            <a:off x="3165404" y="1541088"/>
            <a:ext cx="5872517" cy="3640397"/>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6" name="グループ化 15">
            <a:extLst>
              <a:ext uri="{FF2B5EF4-FFF2-40B4-BE49-F238E27FC236}">
                <a16:creationId xmlns:a16="http://schemas.microsoft.com/office/drawing/2014/main" id="{1236AD74-7B32-93F6-693B-ABC59B919DFE}"/>
              </a:ext>
            </a:extLst>
          </p:cNvPr>
          <p:cNvGrpSpPr/>
          <p:nvPr/>
        </p:nvGrpSpPr>
        <p:grpSpPr>
          <a:xfrm>
            <a:off x="3670723" y="1670876"/>
            <a:ext cx="1826142" cy="1351818"/>
            <a:chOff x="3904632" y="1697199"/>
            <a:chExt cx="1826142" cy="1351818"/>
          </a:xfrm>
        </p:grpSpPr>
        <p:sp>
          <p:nvSpPr>
            <p:cNvPr id="20" name="四角形: 角を丸くする 19">
              <a:extLst>
                <a:ext uri="{FF2B5EF4-FFF2-40B4-BE49-F238E27FC236}">
                  <a16:creationId xmlns:a16="http://schemas.microsoft.com/office/drawing/2014/main" id="{FD0E3162-07D8-A66E-ABCE-8B4381B76957}"/>
                </a:ext>
              </a:extLst>
            </p:cNvPr>
            <p:cNvSpPr/>
            <p:nvPr/>
          </p:nvSpPr>
          <p:spPr>
            <a:xfrm>
              <a:off x="4320199" y="1697199"/>
              <a:ext cx="995005" cy="978183"/>
            </a:xfrm>
            <a:prstGeom prst="roundRect">
              <a:avLst>
                <a:gd name="adj" fmla="val 9765"/>
              </a:avLst>
            </a:prstGeom>
            <a:solidFill>
              <a:schemeClr val="bg1">
                <a:lumMod val="9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22" name="テキスト ボックス 21">
              <a:extLst>
                <a:ext uri="{FF2B5EF4-FFF2-40B4-BE49-F238E27FC236}">
                  <a16:creationId xmlns:a16="http://schemas.microsoft.com/office/drawing/2014/main" id="{48661A36-D688-167D-1FC3-223C5D70B449}"/>
                </a:ext>
              </a:extLst>
            </p:cNvPr>
            <p:cNvSpPr txBox="1"/>
            <p:nvPr/>
          </p:nvSpPr>
          <p:spPr>
            <a:xfrm>
              <a:off x="3904632" y="2710463"/>
              <a:ext cx="1826142" cy="338554"/>
            </a:xfrm>
            <a:prstGeom prst="rect">
              <a:avLst/>
            </a:prstGeom>
            <a:noFill/>
          </p:spPr>
          <p:txBody>
            <a:bodyPr wrap="none" rtlCol="0">
              <a:spAutoFit/>
            </a:bodyPr>
            <a:lstStyle/>
            <a:p>
              <a:pPr algn="ctr"/>
              <a:r>
                <a:rPr lang="ja-JP" altLang="en-US" sz="16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使用：アイテム名</a:t>
              </a:r>
              <a:endParaRPr kumimoji="1" lang="ja-JP" altLang="en-US" sz="1600" dirty="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29" name="正方形/長方形 28">
            <a:extLst>
              <a:ext uri="{FF2B5EF4-FFF2-40B4-BE49-F238E27FC236}">
                <a16:creationId xmlns:a16="http://schemas.microsoft.com/office/drawing/2014/main" id="{A807F819-2059-31BA-F643-3405D4AC6571}"/>
              </a:ext>
            </a:extLst>
          </p:cNvPr>
          <p:cNvSpPr/>
          <p:nvPr/>
        </p:nvSpPr>
        <p:spPr>
          <a:xfrm>
            <a:off x="3159740" y="3069961"/>
            <a:ext cx="5872517" cy="59818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311B7016-8D5B-9B50-FE5F-4FA998D0B6A9}"/>
              </a:ext>
            </a:extLst>
          </p:cNvPr>
          <p:cNvSpPr txBox="1"/>
          <p:nvPr/>
        </p:nvSpPr>
        <p:spPr>
          <a:xfrm>
            <a:off x="3363458" y="3147749"/>
            <a:ext cx="5465082" cy="461665"/>
          </a:xfrm>
          <a:prstGeom prst="rect">
            <a:avLst/>
          </a:prstGeom>
          <a:noFill/>
        </p:spPr>
        <p:txBody>
          <a:bodyPr wrap="square" rtlCol="0">
            <a:spAutoFit/>
          </a:bodyPr>
          <a:lstStyle/>
          <a:p>
            <a:pPr algn="ctr"/>
            <a:r>
              <a:rPr lang="ja-JP" altLang="en-US" sz="12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説明テキスト説明テキスト説明テキスト説明テキスト説明テキスト</a:t>
            </a:r>
          </a:p>
          <a:p>
            <a:pPr algn="ctr"/>
            <a:r>
              <a:rPr lang="ja-JP" altLang="en-US" sz="12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説明テキスト説明テキスト説明テキスト説明テキスト説明テキスト</a:t>
            </a:r>
          </a:p>
        </p:txBody>
      </p:sp>
      <p:grpSp>
        <p:nvGrpSpPr>
          <p:cNvPr id="2" name="グループ化 1">
            <a:extLst>
              <a:ext uri="{FF2B5EF4-FFF2-40B4-BE49-F238E27FC236}">
                <a16:creationId xmlns:a16="http://schemas.microsoft.com/office/drawing/2014/main" id="{D3CAD7E4-ACBD-3A84-4ED5-6451EC51BC2C}"/>
              </a:ext>
            </a:extLst>
          </p:cNvPr>
          <p:cNvGrpSpPr/>
          <p:nvPr/>
        </p:nvGrpSpPr>
        <p:grpSpPr>
          <a:xfrm>
            <a:off x="5054106" y="3796899"/>
            <a:ext cx="2095112" cy="348144"/>
            <a:chOff x="5068663" y="3796899"/>
            <a:chExt cx="2095112" cy="348144"/>
          </a:xfrm>
        </p:grpSpPr>
        <p:sp>
          <p:nvSpPr>
            <p:cNvPr id="48" name="四角形: 角を丸くする 47">
              <a:extLst>
                <a:ext uri="{FF2B5EF4-FFF2-40B4-BE49-F238E27FC236}">
                  <a16:creationId xmlns:a16="http://schemas.microsoft.com/office/drawing/2014/main" id="{EDE61D59-4414-2AE1-33E2-C933782BD396}"/>
                </a:ext>
              </a:extLst>
            </p:cNvPr>
            <p:cNvSpPr/>
            <p:nvPr/>
          </p:nvSpPr>
          <p:spPr>
            <a:xfrm>
              <a:off x="5239260" y="3796899"/>
              <a:ext cx="698274" cy="348144"/>
            </a:xfrm>
            <a:prstGeom prst="roundRect">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8F0B31FC-9A60-6C3B-222A-3CEB9D388D7B}"/>
                </a:ext>
              </a:extLst>
            </p:cNvPr>
            <p:cNvSpPr txBox="1"/>
            <p:nvPr/>
          </p:nvSpPr>
          <p:spPr>
            <a:xfrm>
              <a:off x="5068663" y="3821731"/>
              <a:ext cx="1039469" cy="276999"/>
            </a:xfrm>
            <a:prstGeom prst="rect">
              <a:avLst/>
            </a:prstGeom>
            <a:noFill/>
          </p:spPr>
          <p:txBody>
            <a:bodyPr wrap="square" rtlCol="0">
              <a:spAutoFit/>
            </a:bodyPr>
            <a:lstStyle/>
            <a:p>
              <a:pPr algn="ctr"/>
              <a:r>
                <a:rPr lang="ja-JP" altLang="en-US" sz="12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獲得数</a:t>
              </a:r>
            </a:p>
          </p:txBody>
        </p:sp>
        <p:sp>
          <p:nvSpPr>
            <p:cNvPr id="50" name="テキスト ボックス 49">
              <a:extLst>
                <a:ext uri="{FF2B5EF4-FFF2-40B4-BE49-F238E27FC236}">
                  <a16:creationId xmlns:a16="http://schemas.microsoft.com/office/drawing/2014/main" id="{30FB8C27-E6B3-9DEC-B495-4EAF98E77144}"/>
                </a:ext>
              </a:extLst>
            </p:cNvPr>
            <p:cNvSpPr txBox="1"/>
            <p:nvPr/>
          </p:nvSpPr>
          <p:spPr>
            <a:xfrm>
              <a:off x="6124306" y="3824736"/>
              <a:ext cx="1039469" cy="276999"/>
            </a:xfrm>
            <a:prstGeom prst="rect">
              <a:avLst/>
            </a:prstGeom>
            <a:noFill/>
          </p:spPr>
          <p:txBody>
            <a:bodyPr wrap="square" rtlCol="0">
              <a:spAutoFit/>
            </a:bodyPr>
            <a:lstStyle/>
            <a:p>
              <a:pPr algn="ctr"/>
              <a:r>
                <a:rPr lang="en-US" altLang="ja-JP" sz="1200">
                  <a:solidFill>
                    <a:srgbClr val="FFA4F3"/>
                  </a:solidFill>
                  <a:latin typeface="原稿用標準書体" panose="03000503000000000000" pitchFamily="66" charset="-128"/>
                  <a:ea typeface="原稿用標準書体" panose="03000503000000000000" pitchFamily="66" charset="-128"/>
                  <a:cs typeface="叛逆明朝" panose="02000503000000000000" pitchFamily="2" charset="-128"/>
                </a:rPr>
                <a:t>000000000</a:t>
              </a:r>
              <a:endParaRPr lang="ja-JP" altLang="en-US" sz="1200">
                <a:solidFill>
                  <a:srgbClr val="FFA4F3"/>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
        <p:nvSpPr>
          <p:cNvPr id="4" name="四角形: 角を丸くする 3">
            <a:extLst>
              <a:ext uri="{FF2B5EF4-FFF2-40B4-BE49-F238E27FC236}">
                <a16:creationId xmlns:a16="http://schemas.microsoft.com/office/drawing/2014/main" id="{4D615D4F-92C6-5FD3-0EBD-315E0B806016}"/>
              </a:ext>
            </a:extLst>
          </p:cNvPr>
          <p:cNvSpPr/>
          <p:nvPr/>
        </p:nvSpPr>
        <p:spPr>
          <a:xfrm>
            <a:off x="6323378" y="4272941"/>
            <a:ext cx="2138224" cy="767022"/>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latin typeface="和音 Joyo R" panose="00000500000000000000" pitchFamily="50" charset="-128"/>
                <a:ea typeface="和音 Joyo R" panose="00000500000000000000" pitchFamily="50" charset="-128"/>
              </a:rPr>
              <a:t>使用</a:t>
            </a:r>
            <a:endParaRPr lang="ja-JP" altLang="en-US" sz="2400" dirty="0">
              <a:latin typeface="和音 Joyo R" panose="00000500000000000000" pitchFamily="50" charset="-128"/>
              <a:ea typeface="和音 Joyo R" panose="00000500000000000000" pitchFamily="50" charset="-128"/>
            </a:endParaRPr>
          </a:p>
        </p:txBody>
      </p:sp>
      <p:sp>
        <p:nvSpPr>
          <p:cNvPr id="10" name="四角形: 角を丸くする 9">
            <a:extLst>
              <a:ext uri="{FF2B5EF4-FFF2-40B4-BE49-F238E27FC236}">
                <a16:creationId xmlns:a16="http://schemas.microsoft.com/office/drawing/2014/main" id="{40CC9C1D-D32F-2166-62FC-7C92FEBEDDAC}"/>
              </a:ext>
            </a:extLst>
          </p:cNvPr>
          <p:cNvSpPr/>
          <p:nvPr/>
        </p:nvSpPr>
        <p:spPr>
          <a:xfrm>
            <a:off x="3730400" y="4272941"/>
            <a:ext cx="2138224" cy="767022"/>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latin typeface="和音 Joyo R" panose="00000500000000000000" pitchFamily="50" charset="-128"/>
                <a:ea typeface="和音 Joyo R" panose="00000500000000000000" pitchFamily="50" charset="-128"/>
              </a:rPr>
              <a:t>閉じる</a:t>
            </a:r>
            <a:endParaRPr kumimoji="1" lang="ja-JP" altLang="en-US" sz="2400" dirty="0">
              <a:latin typeface="和音 Joyo R" panose="00000500000000000000" pitchFamily="50" charset="-128"/>
              <a:ea typeface="和音 Joyo R" panose="00000500000000000000" pitchFamily="50" charset="-128"/>
            </a:endParaRPr>
          </a:p>
        </p:txBody>
      </p:sp>
      <p:grpSp>
        <p:nvGrpSpPr>
          <p:cNvPr id="17" name="グループ化 16">
            <a:extLst>
              <a:ext uri="{FF2B5EF4-FFF2-40B4-BE49-F238E27FC236}">
                <a16:creationId xmlns:a16="http://schemas.microsoft.com/office/drawing/2014/main" id="{35A57424-2EC8-6D7B-DD52-1DE2F4B46B3D}"/>
              </a:ext>
            </a:extLst>
          </p:cNvPr>
          <p:cNvGrpSpPr/>
          <p:nvPr/>
        </p:nvGrpSpPr>
        <p:grpSpPr>
          <a:xfrm>
            <a:off x="6706460" y="1670876"/>
            <a:ext cx="1826142" cy="1351818"/>
            <a:chOff x="6462548" y="1701571"/>
            <a:chExt cx="1826142" cy="1351818"/>
          </a:xfrm>
        </p:grpSpPr>
        <p:sp>
          <p:nvSpPr>
            <p:cNvPr id="12" name="四角形: 角を丸くする 11">
              <a:extLst>
                <a:ext uri="{FF2B5EF4-FFF2-40B4-BE49-F238E27FC236}">
                  <a16:creationId xmlns:a16="http://schemas.microsoft.com/office/drawing/2014/main" id="{7624D414-96F6-9ACF-B24D-D116F2549004}"/>
                </a:ext>
              </a:extLst>
            </p:cNvPr>
            <p:cNvSpPr/>
            <p:nvPr/>
          </p:nvSpPr>
          <p:spPr>
            <a:xfrm>
              <a:off x="6878114" y="1701571"/>
              <a:ext cx="995005" cy="978183"/>
            </a:xfrm>
            <a:prstGeom prst="roundRect">
              <a:avLst>
                <a:gd name="adj" fmla="val 9765"/>
              </a:avLst>
            </a:prstGeom>
            <a:solidFill>
              <a:schemeClr val="bg1">
                <a:lumMod val="95000"/>
              </a:schemeClr>
            </a:solidFill>
            <a:ln>
              <a:solidFill>
                <a:srgbClr val="FFA4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5" name="テキスト ボックス 14">
              <a:extLst>
                <a:ext uri="{FF2B5EF4-FFF2-40B4-BE49-F238E27FC236}">
                  <a16:creationId xmlns:a16="http://schemas.microsoft.com/office/drawing/2014/main" id="{0919B684-67ED-4D41-0A22-449ED9D57DA1}"/>
                </a:ext>
              </a:extLst>
            </p:cNvPr>
            <p:cNvSpPr txBox="1"/>
            <p:nvPr/>
          </p:nvSpPr>
          <p:spPr>
            <a:xfrm>
              <a:off x="6462548" y="2714835"/>
              <a:ext cx="1826142" cy="338554"/>
            </a:xfrm>
            <a:prstGeom prst="rect">
              <a:avLst/>
            </a:prstGeom>
            <a:noFill/>
          </p:spPr>
          <p:txBody>
            <a:bodyPr wrap="none" rtlCol="0">
              <a:spAutoFit/>
            </a:bodyPr>
            <a:lstStyle/>
            <a:p>
              <a:pPr algn="ctr"/>
              <a:r>
                <a:rPr lang="ja-JP" altLang="en-US" sz="1600">
                  <a:solidFill>
                    <a:srgbClr val="FFA4F3"/>
                  </a:solidFill>
                  <a:latin typeface="原稿用標準書体" panose="03000503000000000000" pitchFamily="66" charset="-128"/>
                  <a:ea typeface="原稿用標準書体" panose="03000503000000000000" pitchFamily="66" charset="-128"/>
                  <a:cs typeface="叛逆明朝" panose="02000503000000000000" pitchFamily="2" charset="-128"/>
                </a:rPr>
                <a:t>獲得：アイテム名</a:t>
              </a:r>
              <a:endParaRPr kumimoji="1" lang="ja-JP" altLang="en-US" sz="1600" dirty="0">
                <a:solidFill>
                  <a:srgbClr val="FFA4F3"/>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cxnSp>
        <p:nvCxnSpPr>
          <p:cNvPr id="21" name="直線矢印コネクタ 20">
            <a:extLst>
              <a:ext uri="{FF2B5EF4-FFF2-40B4-BE49-F238E27FC236}">
                <a16:creationId xmlns:a16="http://schemas.microsoft.com/office/drawing/2014/main" id="{AEC639CE-46E6-EC60-7076-40FB9C62367D}"/>
              </a:ext>
            </a:extLst>
          </p:cNvPr>
          <p:cNvCxnSpPr>
            <a:cxnSpLocks/>
          </p:cNvCxnSpPr>
          <p:nvPr/>
        </p:nvCxnSpPr>
        <p:spPr>
          <a:xfrm>
            <a:off x="5081295" y="2187961"/>
            <a:ext cx="2040731" cy="0"/>
          </a:xfrm>
          <a:prstGeom prst="straightConnector1">
            <a:avLst/>
          </a:prstGeom>
          <a:ln w="88900">
            <a:solidFill>
              <a:srgbClr val="FFA4F3"/>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30" name="四角形: 角を丸くする 29">
            <a:extLst>
              <a:ext uri="{FF2B5EF4-FFF2-40B4-BE49-F238E27FC236}">
                <a16:creationId xmlns:a16="http://schemas.microsoft.com/office/drawing/2014/main" id="{9BBE37B7-3E13-0DC6-93DF-A42A2028BE53}"/>
              </a:ext>
            </a:extLst>
          </p:cNvPr>
          <p:cNvSpPr/>
          <p:nvPr/>
        </p:nvSpPr>
        <p:spPr>
          <a:xfrm>
            <a:off x="5644462" y="2010040"/>
            <a:ext cx="914400" cy="345806"/>
          </a:xfrm>
          <a:prstGeom prst="roundRect">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lumMod val="85000"/>
                    <a:lumOff val="15000"/>
                  </a:schemeClr>
                </a:solidFill>
                <a:latin typeface="原稿用標準書体" panose="03000503000000000000" pitchFamily="66" charset="-128"/>
                <a:ea typeface="原稿用標準書体" panose="03000503000000000000" pitchFamily="66" charset="-128"/>
              </a:rPr>
              <a:t>×</a:t>
            </a:r>
            <a:r>
              <a:rPr kumimoji="1" lang="en-US" altLang="ja-JP">
                <a:solidFill>
                  <a:schemeClr val="tx1">
                    <a:lumMod val="85000"/>
                    <a:lumOff val="15000"/>
                  </a:schemeClr>
                </a:solidFill>
                <a:latin typeface="原稿用標準書体" panose="03000503000000000000" pitchFamily="66" charset="-128"/>
                <a:ea typeface="原稿用標準書体" panose="03000503000000000000" pitchFamily="66" charset="-128"/>
              </a:rPr>
              <a:t>0000</a:t>
            </a:r>
            <a:endParaRPr kumimoji="1" lang="ja-JP" altLang="en-US">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nvGrpSpPr>
          <p:cNvPr id="49" name="グループ化 48">
            <a:extLst>
              <a:ext uri="{FF2B5EF4-FFF2-40B4-BE49-F238E27FC236}">
                <a16:creationId xmlns:a16="http://schemas.microsoft.com/office/drawing/2014/main" id="{F05391E4-4B95-CC75-E62D-F62ECAB886C5}"/>
              </a:ext>
            </a:extLst>
          </p:cNvPr>
          <p:cNvGrpSpPr/>
          <p:nvPr/>
        </p:nvGrpSpPr>
        <p:grpSpPr>
          <a:xfrm>
            <a:off x="5642008" y="1587072"/>
            <a:ext cx="359461" cy="400110"/>
            <a:chOff x="5734884" y="2400336"/>
            <a:chExt cx="359461" cy="400110"/>
          </a:xfrm>
        </p:grpSpPr>
        <p:sp>
          <p:nvSpPr>
            <p:cNvPr id="45" name="四角形: 角を丸くする 44">
              <a:extLst>
                <a:ext uri="{FF2B5EF4-FFF2-40B4-BE49-F238E27FC236}">
                  <a16:creationId xmlns:a16="http://schemas.microsoft.com/office/drawing/2014/main" id="{8110B8FD-E993-6EE8-7D9F-6097A21F6F2E}"/>
                </a:ext>
              </a:extLst>
            </p:cNvPr>
            <p:cNvSpPr/>
            <p:nvPr/>
          </p:nvSpPr>
          <p:spPr>
            <a:xfrm>
              <a:off x="5734884" y="2499387"/>
              <a:ext cx="359461" cy="270489"/>
            </a:xfrm>
            <a:prstGeom prst="roundRect">
              <a:avLst/>
            </a:prstGeom>
            <a:solidFill>
              <a:srgbClr val="F2F2F2"/>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47" name="テキスト ボックス 46">
              <a:extLst>
                <a:ext uri="{FF2B5EF4-FFF2-40B4-BE49-F238E27FC236}">
                  <a16:creationId xmlns:a16="http://schemas.microsoft.com/office/drawing/2014/main" id="{3726FF39-956A-5EFF-3BC3-60477C152707}"/>
                </a:ext>
              </a:extLst>
            </p:cNvPr>
            <p:cNvSpPr txBox="1"/>
            <p:nvPr/>
          </p:nvSpPr>
          <p:spPr>
            <a:xfrm>
              <a:off x="5815141" y="2400336"/>
              <a:ext cx="203454" cy="400110"/>
            </a:xfrm>
            <a:prstGeom prst="rect">
              <a:avLst/>
            </a:prstGeom>
            <a:noFill/>
          </p:spPr>
          <p:txBody>
            <a:bodyPr wrap="square" rtlCol="0">
              <a:spAutoFit/>
            </a:bodyPr>
            <a:lstStyle/>
            <a:p>
              <a:pPr algn="ctr"/>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a:t>
              </a:r>
            </a:p>
          </p:txBody>
        </p:sp>
      </p:grpSp>
      <p:grpSp>
        <p:nvGrpSpPr>
          <p:cNvPr id="51" name="グループ化 50">
            <a:extLst>
              <a:ext uri="{FF2B5EF4-FFF2-40B4-BE49-F238E27FC236}">
                <a16:creationId xmlns:a16="http://schemas.microsoft.com/office/drawing/2014/main" id="{9D4CB40F-4756-BBED-4962-433D1C053C17}"/>
              </a:ext>
            </a:extLst>
          </p:cNvPr>
          <p:cNvGrpSpPr/>
          <p:nvPr/>
        </p:nvGrpSpPr>
        <p:grpSpPr>
          <a:xfrm>
            <a:off x="5642008" y="2298957"/>
            <a:ext cx="359461" cy="400110"/>
            <a:chOff x="5734884" y="2400336"/>
            <a:chExt cx="359461" cy="400110"/>
          </a:xfrm>
        </p:grpSpPr>
        <p:sp>
          <p:nvSpPr>
            <p:cNvPr id="52" name="四角形: 角を丸くする 51">
              <a:extLst>
                <a:ext uri="{FF2B5EF4-FFF2-40B4-BE49-F238E27FC236}">
                  <a16:creationId xmlns:a16="http://schemas.microsoft.com/office/drawing/2014/main" id="{5A285D13-116E-BA4D-7DC8-B6A393871C30}"/>
                </a:ext>
              </a:extLst>
            </p:cNvPr>
            <p:cNvSpPr/>
            <p:nvPr/>
          </p:nvSpPr>
          <p:spPr>
            <a:xfrm>
              <a:off x="5734884" y="2499387"/>
              <a:ext cx="359461" cy="270489"/>
            </a:xfrm>
            <a:prstGeom prst="roundRect">
              <a:avLst/>
            </a:prstGeom>
            <a:solidFill>
              <a:srgbClr val="F2F2F2"/>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69" name="テキスト ボックス 68">
              <a:extLst>
                <a:ext uri="{FF2B5EF4-FFF2-40B4-BE49-F238E27FC236}">
                  <a16:creationId xmlns:a16="http://schemas.microsoft.com/office/drawing/2014/main" id="{02745838-337B-60D1-8AFF-F36EC69B8771}"/>
                </a:ext>
              </a:extLst>
            </p:cNvPr>
            <p:cNvSpPr txBox="1"/>
            <p:nvPr/>
          </p:nvSpPr>
          <p:spPr>
            <a:xfrm>
              <a:off x="5815141" y="2400336"/>
              <a:ext cx="203454" cy="400110"/>
            </a:xfrm>
            <a:prstGeom prst="rect">
              <a:avLst/>
            </a:prstGeom>
            <a:noFill/>
          </p:spPr>
          <p:txBody>
            <a:bodyPr wrap="square" rtlCol="0">
              <a:spAutoFit/>
            </a:bodyPr>
            <a:lstStyle/>
            <a:p>
              <a:pPr algn="ctr"/>
              <a:r>
                <a:rPr lang="ja-JP" altLang="en-US" sz="2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a:t>
              </a:r>
            </a:p>
          </p:txBody>
        </p:sp>
      </p:grpSp>
      <p:grpSp>
        <p:nvGrpSpPr>
          <p:cNvPr id="71" name="グループ化 70">
            <a:extLst>
              <a:ext uri="{FF2B5EF4-FFF2-40B4-BE49-F238E27FC236}">
                <a16:creationId xmlns:a16="http://schemas.microsoft.com/office/drawing/2014/main" id="{B0C86115-6643-B7C3-4D13-3040B1028F79}"/>
              </a:ext>
            </a:extLst>
          </p:cNvPr>
          <p:cNvGrpSpPr/>
          <p:nvPr/>
        </p:nvGrpSpPr>
        <p:grpSpPr>
          <a:xfrm>
            <a:off x="5992152" y="2396515"/>
            <a:ext cx="623899" cy="275840"/>
            <a:chOff x="5682203" y="2494036"/>
            <a:chExt cx="574678" cy="275840"/>
          </a:xfrm>
        </p:grpSpPr>
        <p:sp>
          <p:nvSpPr>
            <p:cNvPr id="75" name="四角形: 角を丸くする 74">
              <a:extLst>
                <a:ext uri="{FF2B5EF4-FFF2-40B4-BE49-F238E27FC236}">
                  <a16:creationId xmlns:a16="http://schemas.microsoft.com/office/drawing/2014/main" id="{A6133AE2-9EF2-15D0-C2B1-0D0F4A1EB05B}"/>
                </a:ext>
              </a:extLst>
            </p:cNvPr>
            <p:cNvSpPr/>
            <p:nvPr/>
          </p:nvSpPr>
          <p:spPr>
            <a:xfrm>
              <a:off x="5734884" y="2499387"/>
              <a:ext cx="455729" cy="270489"/>
            </a:xfrm>
            <a:prstGeom prst="roundRect">
              <a:avLst/>
            </a:prstGeom>
            <a:solidFill>
              <a:srgbClr val="F2F2F2"/>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76" name="テキスト ボックス 75">
              <a:extLst>
                <a:ext uri="{FF2B5EF4-FFF2-40B4-BE49-F238E27FC236}">
                  <a16:creationId xmlns:a16="http://schemas.microsoft.com/office/drawing/2014/main" id="{F214F5DD-2A44-F9F8-62A9-17266BD74600}"/>
                </a:ext>
              </a:extLst>
            </p:cNvPr>
            <p:cNvSpPr txBox="1"/>
            <p:nvPr/>
          </p:nvSpPr>
          <p:spPr>
            <a:xfrm>
              <a:off x="5682203" y="2494036"/>
              <a:ext cx="574678" cy="246221"/>
            </a:xfrm>
            <a:prstGeom prst="rect">
              <a:avLst/>
            </a:prstGeom>
            <a:noFill/>
          </p:spPr>
          <p:txBody>
            <a:bodyPr wrap="square" rtlCol="0">
              <a:spAutoFit/>
            </a:bodyPr>
            <a:lstStyle/>
            <a:p>
              <a:pPr algn="ctr"/>
              <a:r>
                <a:rPr lang="en-US" altLang="ja-JP" sz="1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MIN</a:t>
              </a:r>
              <a:endParaRPr lang="ja-JP" altLang="en-US" sz="1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grpSp>
        <p:nvGrpSpPr>
          <p:cNvPr id="77" name="グループ化 76">
            <a:extLst>
              <a:ext uri="{FF2B5EF4-FFF2-40B4-BE49-F238E27FC236}">
                <a16:creationId xmlns:a16="http://schemas.microsoft.com/office/drawing/2014/main" id="{3F73E091-919A-B36D-2FC3-4C29B6BC9AE6}"/>
              </a:ext>
            </a:extLst>
          </p:cNvPr>
          <p:cNvGrpSpPr/>
          <p:nvPr/>
        </p:nvGrpSpPr>
        <p:grpSpPr>
          <a:xfrm>
            <a:off x="5992152" y="1680719"/>
            <a:ext cx="623899" cy="275840"/>
            <a:chOff x="5682203" y="2494036"/>
            <a:chExt cx="574678" cy="275840"/>
          </a:xfrm>
        </p:grpSpPr>
        <p:sp>
          <p:nvSpPr>
            <p:cNvPr id="78" name="四角形: 角を丸くする 77">
              <a:extLst>
                <a:ext uri="{FF2B5EF4-FFF2-40B4-BE49-F238E27FC236}">
                  <a16:creationId xmlns:a16="http://schemas.microsoft.com/office/drawing/2014/main" id="{D92D4999-2289-0DA5-8EBA-1B65BFFA84AA}"/>
                </a:ext>
              </a:extLst>
            </p:cNvPr>
            <p:cNvSpPr/>
            <p:nvPr/>
          </p:nvSpPr>
          <p:spPr>
            <a:xfrm>
              <a:off x="5734884" y="2499387"/>
              <a:ext cx="455729" cy="270489"/>
            </a:xfrm>
            <a:prstGeom prst="roundRect">
              <a:avLst/>
            </a:prstGeom>
            <a:solidFill>
              <a:srgbClr val="F2F2F2"/>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79" name="テキスト ボックス 78">
              <a:extLst>
                <a:ext uri="{FF2B5EF4-FFF2-40B4-BE49-F238E27FC236}">
                  <a16:creationId xmlns:a16="http://schemas.microsoft.com/office/drawing/2014/main" id="{B2A0A6F9-AE1D-1C62-5846-86235E3AB129}"/>
                </a:ext>
              </a:extLst>
            </p:cNvPr>
            <p:cNvSpPr txBox="1"/>
            <p:nvPr/>
          </p:nvSpPr>
          <p:spPr>
            <a:xfrm>
              <a:off x="5682203" y="2494036"/>
              <a:ext cx="574678" cy="246221"/>
            </a:xfrm>
            <a:prstGeom prst="rect">
              <a:avLst/>
            </a:prstGeom>
            <a:noFill/>
          </p:spPr>
          <p:txBody>
            <a:bodyPr wrap="square" rtlCol="0">
              <a:spAutoFit/>
            </a:bodyPr>
            <a:lstStyle/>
            <a:p>
              <a:pPr algn="ctr"/>
              <a:r>
                <a:rPr lang="en-US" altLang="ja-JP" sz="1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rPr>
                <a:t>MAX</a:t>
              </a:r>
              <a:endParaRPr lang="ja-JP" altLang="en-US" sz="1000">
                <a:solidFill>
                  <a:schemeClr val="tx1">
                    <a:lumMod val="85000"/>
                    <a:lumOff val="15000"/>
                  </a:schemeClr>
                </a:solidFill>
                <a:latin typeface="原稿用標準書体" panose="03000503000000000000" pitchFamily="66" charset="-128"/>
                <a:ea typeface="原稿用標準書体" panose="03000503000000000000" pitchFamily="66" charset="-128"/>
                <a:cs typeface="叛逆明朝" panose="02000503000000000000" pitchFamily="2" charset="-128"/>
              </a:endParaRPr>
            </a:p>
          </p:txBody>
        </p:sp>
      </p:grpSp>
    </p:spTree>
    <p:extLst>
      <p:ext uri="{BB962C8B-B14F-4D97-AF65-F5344CB8AC3E}">
        <p14:creationId xmlns:p14="http://schemas.microsoft.com/office/powerpoint/2010/main" val="124991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A4F3"/>
        </a:solidFill>
        <a:effectLst/>
      </p:bgPr>
    </p:bg>
    <p:spTree>
      <p:nvGrpSpPr>
        <p:cNvPr id="1" name="">
          <a:extLst>
            <a:ext uri="{FF2B5EF4-FFF2-40B4-BE49-F238E27FC236}">
              <a16:creationId xmlns:a16="http://schemas.microsoft.com/office/drawing/2014/main" id="{89B2EA79-83F4-8E32-3AB0-34CE4A73E7F2}"/>
            </a:ext>
          </a:extLst>
        </p:cNvPr>
        <p:cNvGrpSpPr/>
        <p:nvPr/>
      </p:nvGrpSpPr>
      <p:grpSpPr>
        <a:xfrm>
          <a:off x="0" y="0"/>
          <a:ext cx="0" cy="0"/>
          <a:chOff x="0" y="0"/>
          <a:chExt cx="0" cy="0"/>
        </a:xfrm>
      </p:grpSpPr>
      <p:sp>
        <p:nvSpPr>
          <p:cNvPr id="33" name="テキスト ボックス 32">
            <a:extLst>
              <a:ext uri="{FF2B5EF4-FFF2-40B4-BE49-F238E27FC236}">
                <a16:creationId xmlns:a16="http://schemas.microsoft.com/office/drawing/2014/main" id="{07031827-DDFA-7443-3071-352F3A7647CB}"/>
              </a:ext>
            </a:extLst>
          </p:cNvPr>
          <p:cNvSpPr txBox="1"/>
          <p:nvPr/>
        </p:nvSpPr>
        <p:spPr>
          <a:xfrm>
            <a:off x="393726" y="202300"/>
            <a:ext cx="1210589" cy="707886"/>
          </a:xfrm>
          <a:prstGeom prst="rect">
            <a:avLst/>
          </a:prstGeom>
          <a:noFill/>
        </p:spPr>
        <p:txBody>
          <a:bodyPr wrap="none" rtlCol="0">
            <a:spAutoFit/>
          </a:bodyPr>
          <a:lstStyle/>
          <a:p>
            <a:pPr algn="ctr"/>
            <a:r>
              <a:rPr lang="en-US" altLang="ja-JP" sz="4000" b="1">
                <a:solidFill>
                  <a:schemeClr val="bg1">
                    <a:lumMod val="95000"/>
                  </a:schemeClr>
                </a:solidFill>
                <a:latin typeface="原稿用標準書体" panose="03000503000000000000" pitchFamily="66" charset="-128"/>
                <a:ea typeface="原稿用標準書体" panose="03000503000000000000" pitchFamily="66" charset="-128"/>
              </a:rPr>
              <a:t>SAVE</a:t>
            </a:r>
            <a:endParaRPr kumimoji="1" lang="ja-JP" altLang="en-US" sz="4800" b="1" dirty="0">
              <a:solidFill>
                <a:schemeClr val="bg1">
                  <a:lumMod val="95000"/>
                </a:schemeClr>
              </a:solidFill>
              <a:latin typeface="原稿用標準書体" panose="03000503000000000000" pitchFamily="66" charset="-128"/>
              <a:ea typeface="原稿用標準書体" panose="03000503000000000000" pitchFamily="66" charset="-128"/>
            </a:endParaRPr>
          </a:p>
        </p:txBody>
      </p:sp>
      <p:cxnSp>
        <p:nvCxnSpPr>
          <p:cNvPr id="35" name="直線コネクタ 34">
            <a:extLst>
              <a:ext uri="{FF2B5EF4-FFF2-40B4-BE49-F238E27FC236}">
                <a16:creationId xmlns:a16="http://schemas.microsoft.com/office/drawing/2014/main" id="{790622B0-5FC2-E59E-08AC-6A5591CACDA1}"/>
              </a:ext>
            </a:extLst>
          </p:cNvPr>
          <p:cNvCxnSpPr>
            <a:cxnSpLocks/>
          </p:cNvCxnSpPr>
          <p:nvPr/>
        </p:nvCxnSpPr>
        <p:spPr>
          <a:xfrm flipH="1">
            <a:off x="-211707" y="916395"/>
            <a:ext cx="2238704" cy="0"/>
          </a:xfrm>
          <a:prstGeom prst="line">
            <a:avLst/>
          </a:prstGeom>
          <a:ln>
            <a:solidFill>
              <a:schemeClr val="bg1">
                <a:lumMod val="95000"/>
              </a:schemeClr>
            </a:solidFill>
            <a:headEnd type="arrow"/>
            <a:tailEnd type="arrow"/>
          </a:ln>
        </p:spPr>
        <p:style>
          <a:lnRef idx="2">
            <a:schemeClr val="accent1"/>
          </a:lnRef>
          <a:fillRef idx="0">
            <a:schemeClr val="accent1"/>
          </a:fillRef>
          <a:effectRef idx="1">
            <a:schemeClr val="accent1"/>
          </a:effectRef>
          <a:fontRef idx="minor">
            <a:schemeClr val="tx1"/>
          </a:fontRef>
        </p:style>
      </p:cxnSp>
      <p:grpSp>
        <p:nvGrpSpPr>
          <p:cNvPr id="39" name="グループ化 38">
            <a:extLst>
              <a:ext uri="{FF2B5EF4-FFF2-40B4-BE49-F238E27FC236}">
                <a16:creationId xmlns:a16="http://schemas.microsoft.com/office/drawing/2014/main" id="{DBA03D91-54CD-A2EC-B3FA-5AC13788DF5B}"/>
              </a:ext>
            </a:extLst>
          </p:cNvPr>
          <p:cNvGrpSpPr/>
          <p:nvPr/>
        </p:nvGrpSpPr>
        <p:grpSpPr>
          <a:xfrm>
            <a:off x="11576392" y="3863211"/>
            <a:ext cx="236362" cy="2284060"/>
            <a:chOff x="11044871" y="4022147"/>
            <a:chExt cx="236362" cy="2031812"/>
          </a:xfrm>
        </p:grpSpPr>
        <p:sp>
          <p:nvSpPr>
            <p:cNvPr id="31" name="四角形: 角を丸くする 30">
              <a:extLst>
                <a:ext uri="{FF2B5EF4-FFF2-40B4-BE49-F238E27FC236}">
                  <a16:creationId xmlns:a16="http://schemas.microsoft.com/office/drawing/2014/main" id="{42ECBAC7-D02F-3B3C-7329-323A7E09D090}"/>
                </a:ext>
              </a:extLst>
            </p:cNvPr>
            <p:cNvSpPr/>
            <p:nvPr/>
          </p:nvSpPr>
          <p:spPr>
            <a:xfrm>
              <a:off x="11044871" y="4022147"/>
              <a:ext cx="236362" cy="2031812"/>
            </a:xfrm>
            <a:prstGeom prst="round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38" name="四角形: 角を丸くする 37">
              <a:extLst>
                <a:ext uri="{FF2B5EF4-FFF2-40B4-BE49-F238E27FC236}">
                  <a16:creationId xmlns:a16="http://schemas.microsoft.com/office/drawing/2014/main" id="{663B11E4-C616-2AC1-A000-F5D2EEEB40D9}"/>
                </a:ext>
              </a:extLst>
            </p:cNvPr>
            <p:cNvSpPr/>
            <p:nvPr/>
          </p:nvSpPr>
          <p:spPr>
            <a:xfrm>
              <a:off x="11066205" y="4094529"/>
              <a:ext cx="193695" cy="571313"/>
            </a:xfrm>
            <a:prstGeom prst="roundRec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22" name="グループ化 21">
            <a:extLst>
              <a:ext uri="{FF2B5EF4-FFF2-40B4-BE49-F238E27FC236}">
                <a16:creationId xmlns:a16="http://schemas.microsoft.com/office/drawing/2014/main" id="{0769A6C4-D5E3-E428-F639-D21ECF1FF6D3}"/>
              </a:ext>
            </a:extLst>
          </p:cNvPr>
          <p:cNvGrpSpPr/>
          <p:nvPr/>
        </p:nvGrpSpPr>
        <p:grpSpPr>
          <a:xfrm>
            <a:off x="2440821" y="1178530"/>
            <a:ext cx="8486935" cy="1186295"/>
            <a:chOff x="1526425" y="935293"/>
            <a:chExt cx="8486935" cy="1186295"/>
          </a:xfrm>
        </p:grpSpPr>
        <p:sp>
          <p:nvSpPr>
            <p:cNvPr id="17" name="六角形 16">
              <a:extLst>
                <a:ext uri="{FF2B5EF4-FFF2-40B4-BE49-F238E27FC236}">
                  <a16:creationId xmlns:a16="http://schemas.microsoft.com/office/drawing/2014/main" id="{7DDFCB85-3BAD-8D2F-CD30-3E701D84051E}"/>
                </a:ext>
              </a:extLst>
            </p:cNvPr>
            <p:cNvSpPr/>
            <p:nvPr/>
          </p:nvSpPr>
          <p:spPr>
            <a:xfrm>
              <a:off x="1531691" y="935293"/>
              <a:ext cx="8481669" cy="1186295"/>
            </a:xfrm>
            <a:prstGeom prst="hexagon">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20" name="六角形 19">
              <a:extLst>
                <a:ext uri="{FF2B5EF4-FFF2-40B4-BE49-F238E27FC236}">
                  <a16:creationId xmlns:a16="http://schemas.microsoft.com/office/drawing/2014/main" id="{01C93E74-8B62-ED81-E057-708B63D7AEA0}"/>
                </a:ext>
              </a:extLst>
            </p:cNvPr>
            <p:cNvSpPr/>
            <p:nvPr/>
          </p:nvSpPr>
          <p:spPr>
            <a:xfrm>
              <a:off x="1526425" y="935293"/>
              <a:ext cx="1649148" cy="1186295"/>
            </a:xfrm>
            <a:prstGeom prst="hexagon">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13" name="テキスト ボックス 12">
              <a:extLst>
                <a:ext uri="{FF2B5EF4-FFF2-40B4-BE49-F238E27FC236}">
                  <a16:creationId xmlns:a16="http://schemas.microsoft.com/office/drawing/2014/main" id="{720D8A88-BAD1-6B39-51A7-906E15C583B4}"/>
                </a:ext>
              </a:extLst>
            </p:cNvPr>
            <p:cNvSpPr txBox="1"/>
            <p:nvPr/>
          </p:nvSpPr>
          <p:spPr>
            <a:xfrm>
              <a:off x="1950889" y="1112942"/>
              <a:ext cx="800219" cy="830997"/>
            </a:xfrm>
            <a:prstGeom prst="rect">
              <a:avLst/>
            </a:prstGeom>
            <a:noFill/>
          </p:spPr>
          <p:txBody>
            <a:bodyPr wrap="none" rtlCol="0">
              <a:spAutoFit/>
            </a:bodyPr>
            <a:lstStyle/>
            <a:p>
              <a:pPr algn="ctr"/>
              <a:r>
                <a:rPr lang="en-US" altLang="ja-JP" sz="2400" b="1" dirty="0">
                  <a:solidFill>
                    <a:schemeClr val="bg1">
                      <a:lumMod val="95000"/>
                    </a:schemeClr>
                  </a:solidFill>
                  <a:latin typeface="原稿用標準書体" panose="03000503000000000000" pitchFamily="66" charset="-128"/>
                  <a:ea typeface="原稿用標準書体" panose="03000503000000000000" pitchFamily="66" charset="-128"/>
                </a:rPr>
                <a:t>AUTO</a:t>
              </a:r>
              <a:br>
                <a:rPr lang="en-US" altLang="ja-JP" sz="2400" b="1" dirty="0">
                  <a:solidFill>
                    <a:schemeClr val="bg1">
                      <a:lumMod val="95000"/>
                    </a:schemeClr>
                  </a:solidFill>
                  <a:latin typeface="原稿用標準書体" panose="03000503000000000000" pitchFamily="66" charset="-128"/>
                  <a:ea typeface="原稿用標準書体" panose="03000503000000000000" pitchFamily="66" charset="-128"/>
                </a:rPr>
              </a:br>
              <a:r>
                <a:rPr lang="en-US" altLang="ja-JP" sz="2400" b="1" dirty="0">
                  <a:solidFill>
                    <a:schemeClr val="bg1">
                      <a:lumMod val="95000"/>
                    </a:schemeClr>
                  </a:solidFill>
                  <a:latin typeface="原稿用標準書体" panose="03000503000000000000" pitchFamily="66" charset="-128"/>
                  <a:ea typeface="原稿用標準書体" panose="03000503000000000000" pitchFamily="66" charset="-128"/>
                </a:rPr>
                <a:t>SAVE</a:t>
              </a:r>
              <a:endParaRPr kumimoji="1" lang="ja-JP" altLang="en-US" sz="3200" b="1" dirty="0">
                <a:solidFill>
                  <a:schemeClr val="bg1">
                    <a:lumMod val="95000"/>
                  </a:schemeClr>
                </a:solidFill>
                <a:latin typeface="原稿用標準書体" panose="03000503000000000000" pitchFamily="66" charset="-128"/>
                <a:ea typeface="原稿用標準書体" panose="03000503000000000000" pitchFamily="66" charset="-128"/>
              </a:endParaRPr>
            </a:p>
          </p:txBody>
        </p:sp>
      </p:grpSp>
      <p:grpSp>
        <p:nvGrpSpPr>
          <p:cNvPr id="60" name="グループ化 59">
            <a:extLst>
              <a:ext uri="{FF2B5EF4-FFF2-40B4-BE49-F238E27FC236}">
                <a16:creationId xmlns:a16="http://schemas.microsoft.com/office/drawing/2014/main" id="{F154C2D9-DE3D-7FA9-C3E4-4FC112572A52}"/>
              </a:ext>
            </a:extLst>
          </p:cNvPr>
          <p:cNvGrpSpPr/>
          <p:nvPr/>
        </p:nvGrpSpPr>
        <p:grpSpPr>
          <a:xfrm>
            <a:off x="8214158" y="1626697"/>
            <a:ext cx="2380516" cy="289960"/>
            <a:chOff x="8231923" y="1510868"/>
            <a:chExt cx="2380516" cy="289960"/>
          </a:xfrm>
        </p:grpSpPr>
        <p:sp>
          <p:nvSpPr>
            <p:cNvPr id="48" name="楕円 47">
              <a:extLst>
                <a:ext uri="{FF2B5EF4-FFF2-40B4-BE49-F238E27FC236}">
                  <a16:creationId xmlns:a16="http://schemas.microsoft.com/office/drawing/2014/main" id="{BF84DC4D-0F42-1E21-9FEC-0573F60C078F}"/>
                </a:ext>
              </a:extLst>
            </p:cNvPr>
            <p:cNvSpPr/>
            <p:nvPr/>
          </p:nvSpPr>
          <p:spPr>
            <a:xfrm>
              <a:off x="10322479"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49" name="ハート 48">
              <a:extLst>
                <a:ext uri="{FF2B5EF4-FFF2-40B4-BE49-F238E27FC236}">
                  <a16:creationId xmlns:a16="http://schemas.microsoft.com/office/drawing/2014/main" id="{A39B608D-30F7-E354-F5E0-FD37EB564D81}"/>
                </a:ext>
              </a:extLst>
            </p:cNvPr>
            <p:cNvSpPr/>
            <p:nvPr/>
          </p:nvSpPr>
          <p:spPr>
            <a:xfrm>
              <a:off x="8231923"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1" name="楕円 50">
              <a:extLst>
                <a:ext uri="{FF2B5EF4-FFF2-40B4-BE49-F238E27FC236}">
                  <a16:creationId xmlns:a16="http://schemas.microsoft.com/office/drawing/2014/main" id="{E838E0F1-8AF5-E352-6ECF-E4802E623E5D}"/>
                </a:ext>
              </a:extLst>
            </p:cNvPr>
            <p:cNvSpPr/>
            <p:nvPr/>
          </p:nvSpPr>
          <p:spPr>
            <a:xfrm>
              <a:off x="9277201"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3" name="楕円 52">
              <a:extLst>
                <a:ext uri="{FF2B5EF4-FFF2-40B4-BE49-F238E27FC236}">
                  <a16:creationId xmlns:a16="http://schemas.microsoft.com/office/drawing/2014/main" id="{8B9E0AE0-3403-2527-3E7C-84C29C23A2B2}"/>
                </a:ext>
              </a:extLst>
            </p:cNvPr>
            <p:cNvSpPr/>
            <p:nvPr/>
          </p:nvSpPr>
          <p:spPr>
            <a:xfrm>
              <a:off x="9625628"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5" name="楕円 54">
              <a:extLst>
                <a:ext uri="{FF2B5EF4-FFF2-40B4-BE49-F238E27FC236}">
                  <a16:creationId xmlns:a16="http://schemas.microsoft.com/office/drawing/2014/main" id="{AD40B641-4C73-D91A-F568-958B4EF92B84}"/>
                </a:ext>
              </a:extLst>
            </p:cNvPr>
            <p:cNvSpPr/>
            <p:nvPr/>
          </p:nvSpPr>
          <p:spPr>
            <a:xfrm>
              <a:off x="9974055"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7" name="ハート 56">
              <a:extLst>
                <a:ext uri="{FF2B5EF4-FFF2-40B4-BE49-F238E27FC236}">
                  <a16:creationId xmlns:a16="http://schemas.microsoft.com/office/drawing/2014/main" id="{21B0C88F-ECCA-B405-E2A6-2D854C688CBD}"/>
                </a:ext>
              </a:extLst>
            </p:cNvPr>
            <p:cNvSpPr/>
            <p:nvPr/>
          </p:nvSpPr>
          <p:spPr>
            <a:xfrm>
              <a:off x="8580349"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9" name="ハート 58">
              <a:extLst>
                <a:ext uri="{FF2B5EF4-FFF2-40B4-BE49-F238E27FC236}">
                  <a16:creationId xmlns:a16="http://schemas.microsoft.com/office/drawing/2014/main" id="{44096C42-AA92-7623-405A-52FE8622505D}"/>
                </a:ext>
              </a:extLst>
            </p:cNvPr>
            <p:cNvSpPr/>
            <p:nvPr/>
          </p:nvSpPr>
          <p:spPr>
            <a:xfrm>
              <a:off x="8928775"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23" name="グループ化 22">
            <a:extLst>
              <a:ext uri="{FF2B5EF4-FFF2-40B4-BE49-F238E27FC236}">
                <a16:creationId xmlns:a16="http://schemas.microsoft.com/office/drawing/2014/main" id="{62CBAA38-156E-0237-6652-9F41F6E8FE1A}"/>
              </a:ext>
            </a:extLst>
          </p:cNvPr>
          <p:cNvGrpSpPr/>
          <p:nvPr/>
        </p:nvGrpSpPr>
        <p:grpSpPr>
          <a:xfrm>
            <a:off x="2440821" y="2808079"/>
            <a:ext cx="8486935" cy="1186295"/>
            <a:chOff x="1526425" y="935293"/>
            <a:chExt cx="8486935" cy="1186295"/>
          </a:xfrm>
        </p:grpSpPr>
        <p:sp>
          <p:nvSpPr>
            <p:cNvPr id="24" name="六角形 23">
              <a:extLst>
                <a:ext uri="{FF2B5EF4-FFF2-40B4-BE49-F238E27FC236}">
                  <a16:creationId xmlns:a16="http://schemas.microsoft.com/office/drawing/2014/main" id="{CDCC861F-50A6-8BB2-AE57-64004A465027}"/>
                </a:ext>
              </a:extLst>
            </p:cNvPr>
            <p:cNvSpPr/>
            <p:nvPr/>
          </p:nvSpPr>
          <p:spPr>
            <a:xfrm>
              <a:off x="1531691" y="935293"/>
              <a:ext cx="8481669" cy="1186295"/>
            </a:xfrm>
            <a:prstGeom prst="hexagon">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25" name="六角形 24">
              <a:extLst>
                <a:ext uri="{FF2B5EF4-FFF2-40B4-BE49-F238E27FC236}">
                  <a16:creationId xmlns:a16="http://schemas.microsoft.com/office/drawing/2014/main" id="{0BFE0D68-A128-ADCC-0C6D-EEAD4CE54776}"/>
                </a:ext>
              </a:extLst>
            </p:cNvPr>
            <p:cNvSpPr/>
            <p:nvPr/>
          </p:nvSpPr>
          <p:spPr>
            <a:xfrm>
              <a:off x="1526425" y="935293"/>
              <a:ext cx="1649148" cy="1186295"/>
            </a:xfrm>
            <a:prstGeom prst="hexagon">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26" name="テキスト ボックス 25">
              <a:extLst>
                <a:ext uri="{FF2B5EF4-FFF2-40B4-BE49-F238E27FC236}">
                  <a16:creationId xmlns:a16="http://schemas.microsoft.com/office/drawing/2014/main" id="{B311774C-917D-4C53-F129-86CA2089D2DD}"/>
                </a:ext>
              </a:extLst>
            </p:cNvPr>
            <p:cNvSpPr txBox="1"/>
            <p:nvPr/>
          </p:nvSpPr>
          <p:spPr>
            <a:xfrm>
              <a:off x="1797001" y="1297608"/>
              <a:ext cx="1107996" cy="461665"/>
            </a:xfrm>
            <a:prstGeom prst="rect">
              <a:avLst/>
            </a:prstGeom>
            <a:noFill/>
          </p:spPr>
          <p:txBody>
            <a:bodyPr wrap="none" rtlCol="0">
              <a:spAutoFit/>
            </a:bodyPr>
            <a:lstStyle/>
            <a:p>
              <a:pPr algn="ctr"/>
              <a:r>
                <a:rPr lang="en-US" altLang="ja-JP" sz="2400" b="1" dirty="0">
                  <a:solidFill>
                    <a:schemeClr val="bg1">
                      <a:lumMod val="95000"/>
                    </a:schemeClr>
                  </a:solidFill>
                  <a:latin typeface="原稿用標準書体" panose="03000503000000000000" pitchFamily="66" charset="-128"/>
                  <a:ea typeface="原稿用標準書体" panose="03000503000000000000" pitchFamily="66" charset="-128"/>
                </a:rPr>
                <a:t>SAVE01</a:t>
              </a:r>
              <a:endParaRPr kumimoji="1" lang="ja-JP" altLang="en-US" sz="3200" b="1" dirty="0">
                <a:solidFill>
                  <a:schemeClr val="bg1">
                    <a:lumMod val="95000"/>
                  </a:schemeClr>
                </a:solidFill>
                <a:latin typeface="原稿用標準書体" panose="03000503000000000000" pitchFamily="66" charset="-128"/>
                <a:ea typeface="原稿用標準書体" panose="03000503000000000000" pitchFamily="66" charset="-128"/>
              </a:endParaRPr>
            </a:p>
          </p:txBody>
        </p:sp>
      </p:grpSp>
      <p:grpSp>
        <p:nvGrpSpPr>
          <p:cNvPr id="67" name="グループ化 66">
            <a:extLst>
              <a:ext uri="{FF2B5EF4-FFF2-40B4-BE49-F238E27FC236}">
                <a16:creationId xmlns:a16="http://schemas.microsoft.com/office/drawing/2014/main" id="{37AC3157-394B-8145-2E84-9C895062E6E9}"/>
              </a:ext>
            </a:extLst>
          </p:cNvPr>
          <p:cNvGrpSpPr/>
          <p:nvPr/>
        </p:nvGrpSpPr>
        <p:grpSpPr>
          <a:xfrm>
            <a:off x="8214158" y="3276866"/>
            <a:ext cx="2380516" cy="289960"/>
            <a:chOff x="8231923" y="1510868"/>
            <a:chExt cx="2380516" cy="289960"/>
          </a:xfrm>
        </p:grpSpPr>
        <p:sp>
          <p:nvSpPr>
            <p:cNvPr id="68" name="楕円 67">
              <a:extLst>
                <a:ext uri="{FF2B5EF4-FFF2-40B4-BE49-F238E27FC236}">
                  <a16:creationId xmlns:a16="http://schemas.microsoft.com/office/drawing/2014/main" id="{99C237E9-D5CD-7E16-25A5-AEB7FE62AD06}"/>
                </a:ext>
              </a:extLst>
            </p:cNvPr>
            <p:cNvSpPr/>
            <p:nvPr/>
          </p:nvSpPr>
          <p:spPr>
            <a:xfrm>
              <a:off x="10322479" y="1510868"/>
              <a:ext cx="289960" cy="28996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69" name="ハート 68">
              <a:extLst>
                <a:ext uri="{FF2B5EF4-FFF2-40B4-BE49-F238E27FC236}">
                  <a16:creationId xmlns:a16="http://schemas.microsoft.com/office/drawing/2014/main" id="{FFE56547-D068-8D33-16C4-886D58DAF584}"/>
                </a:ext>
              </a:extLst>
            </p:cNvPr>
            <p:cNvSpPr/>
            <p:nvPr/>
          </p:nvSpPr>
          <p:spPr>
            <a:xfrm>
              <a:off x="8231923"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0" name="楕円 69">
              <a:extLst>
                <a:ext uri="{FF2B5EF4-FFF2-40B4-BE49-F238E27FC236}">
                  <a16:creationId xmlns:a16="http://schemas.microsoft.com/office/drawing/2014/main" id="{C66F9239-3671-7F04-3692-56A2762E9300}"/>
                </a:ext>
              </a:extLst>
            </p:cNvPr>
            <p:cNvSpPr/>
            <p:nvPr/>
          </p:nvSpPr>
          <p:spPr>
            <a:xfrm>
              <a:off x="9277201"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1" name="楕円 70">
              <a:extLst>
                <a:ext uri="{FF2B5EF4-FFF2-40B4-BE49-F238E27FC236}">
                  <a16:creationId xmlns:a16="http://schemas.microsoft.com/office/drawing/2014/main" id="{3DEB4713-1646-03DF-6259-BC0B023BBBC0}"/>
                </a:ext>
              </a:extLst>
            </p:cNvPr>
            <p:cNvSpPr/>
            <p:nvPr/>
          </p:nvSpPr>
          <p:spPr>
            <a:xfrm>
              <a:off x="9625628"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2" name="楕円 71">
              <a:extLst>
                <a:ext uri="{FF2B5EF4-FFF2-40B4-BE49-F238E27FC236}">
                  <a16:creationId xmlns:a16="http://schemas.microsoft.com/office/drawing/2014/main" id="{36E7EB3B-CDF4-1709-0CEA-B9A6BB25C001}"/>
                </a:ext>
              </a:extLst>
            </p:cNvPr>
            <p:cNvSpPr/>
            <p:nvPr/>
          </p:nvSpPr>
          <p:spPr>
            <a:xfrm>
              <a:off x="9974055"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3" name="ハート 72">
              <a:extLst>
                <a:ext uri="{FF2B5EF4-FFF2-40B4-BE49-F238E27FC236}">
                  <a16:creationId xmlns:a16="http://schemas.microsoft.com/office/drawing/2014/main" id="{D00FC152-C448-5997-DE96-91E6C5EB152C}"/>
                </a:ext>
              </a:extLst>
            </p:cNvPr>
            <p:cNvSpPr/>
            <p:nvPr/>
          </p:nvSpPr>
          <p:spPr>
            <a:xfrm>
              <a:off x="8580349"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4" name="ハート 73">
              <a:extLst>
                <a:ext uri="{FF2B5EF4-FFF2-40B4-BE49-F238E27FC236}">
                  <a16:creationId xmlns:a16="http://schemas.microsoft.com/office/drawing/2014/main" id="{8206B594-CD20-F331-016E-79EF61CF5F47}"/>
                </a:ext>
              </a:extLst>
            </p:cNvPr>
            <p:cNvSpPr/>
            <p:nvPr/>
          </p:nvSpPr>
          <p:spPr>
            <a:xfrm>
              <a:off x="8928775"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27" name="グループ化 26">
            <a:extLst>
              <a:ext uri="{FF2B5EF4-FFF2-40B4-BE49-F238E27FC236}">
                <a16:creationId xmlns:a16="http://schemas.microsoft.com/office/drawing/2014/main" id="{D4C9984C-AF43-F7A4-0DF5-F39C4F94E56A}"/>
              </a:ext>
            </a:extLst>
          </p:cNvPr>
          <p:cNvGrpSpPr/>
          <p:nvPr/>
        </p:nvGrpSpPr>
        <p:grpSpPr>
          <a:xfrm>
            <a:off x="2440821" y="4437628"/>
            <a:ext cx="8486935" cy="1186295"/>
            <a:chOff x="1526425" y="935293"/>
            <a:chExt cx="8486935" cy="1186295"/>
          </a:xfrm>
        </p:grpSpPr>
        <p:sp>
          <p:nvSpPr>
            <p:cNvPr id="28" name="六角形 27">
              <a:extLst>
                <a:ext uri="{FF2B5EF4-FFF2-40B4-BE49-F238E27FC236}">
                  <a16:creationId xmlns:a16="http://schemas.microsoft.com/office/drawing/2014/main" id="{E993AB9D-4320-D124-8AC2-6A2FEA926FD2}"/>
                </a:ext>
              </a:extLst>
            </p:cNvPr>
            <p:cNvSpPr/>
            <p:nvPr/>
          </p:nvSpPr>
          <p:spPr>
            <a:xfrm>
              <a:off x="1531691" y="935293"/>
              <a:ext cx="8481669" cy="1186295"/>
            </a:xfrm>
            <a:prstGeom prst="hexagon">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29" name="六角形 28">
              <a:extLst>
                <a:ext uri="{FF2B5EF4-FFF2-40B4-BE49-F238E27FC236}">
                  <a16:creationId xmlns:a16="http://schemas.microsoft.com/office/drawing/2014/main" id="{23E3973A-8714-04A6-0894-88446E6B0856}"/>
                </a:ext>
              </a:extLst>
            </p:cNvPr>
            <p:cNvSpPr/>
            <p:nvPr/>
          </p:nvSpPr>
          <p:spPr>
            <a:xfrm>
              <a:off x="1526425" y="935293"/>
              <a:ext cx="1649148" cy="1186295"/>
            </a:xfrm>
            <a:prstGeom prst="hexagon">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30" name="テキスト ボックス 29">
              <a:extLst>
                <a:ext uri="{FF2B5EF4-FFF2-40B4-BE49-F238E27FC236}">
                  <a16:creationId xmlns:a16="http://schemas.microsoft.com/office/drawing/2014/main" id="{D2E0D8FB-35E3-94EB-D047-BD0FB5E5437F}"/>
                </a:ext>
              </a:extLst>
            </p:cNvPr>
            <p:cNvSpPr txBox="1"/>
            <p:nvPr/>
          </p:nvSpPr>
          <p:spPr>
            <a:xfrm>
              <a:off x="1797001" y="1297608"/>
              <a:ext cx="1107996" cy="461665"/>
            </a:xfrm>
            <a:prstGeom prst="rect">
              <a:avLst/>
            </a:prstGeom>
            <a:noFill/>
          </p:spPr>
          <p:txBody>
            <a:bodyPr wrap="none" rtlCol="0">
              <a:spAutoFit/>
            </a:bodyPr>
            <a:lstStyle/>
            <a:p>
              <a:pPr algn="ctr"/>
              <a:r>
                <a:rPr lang="en-US" altLang="ja-JP" sz="2400" b="1" dirty="0">
                  <a:solidFill>
                    <a:schemeClr val="bg1">
                      <a:lumMod val="95000"/>
                    </a:schemeClr>
                  </a:solidFill>
                  <a:latin typeface="原稿用標準書体" panose="03000503000000000000" pitchFamily="66" charset="-128"/>
                  <a:ea typeface="原稿用標準書体" panose="03000503000000000000" pitchFamily="66" charset="-128"/>
                </a:rPr>
                <a:t>SAVE02</a:t>
              </a:r>
              <a:endParaRPr kumimoji="1" lang="ja-JP" altLang="en-US" sz="3200" b="1" dirty="0">
                <a:solidFill>
                  <a:schemeClr val="bg1">
                    <a:lumMod val="95000"/>
                  </a:schemeClr>
                </a:solidFill>
                <a:latin typeface="原稿用標準書体" panose="03000503000000000000" pitchFamily="66" charset="-128"/>
                <a:ea typeface="原稿用標準書体" panose="03000503000000000000" pitchFamily="66" charset="-128"/>
              </a:endParaRPr>
            </a:p>
          </p:txBody>
        </p:sp>
      </p:grpSp>
      <p:grpSp>
        <p:nvGrpSpPr>
          <p:cNvPr id="82" name="グループ化 81">
            <a:extLst>
              <a:ext uri="{FF2B5EF4-FFF2-40B4-BE49-F238E27FC236}">
                <a16:creationId xmlns:a16="http://schemas.microsoft.com/office/drawing/2014/main" id="{0491CA8C-264B-9917-8898-8BA489F2A5F1}"/>
              </a:ext>
            </a:extLst>
          </p:cNvPr>
          <p:cNvGrpSpPr/>
          <p:nvPr/>
        </p:nvGrpSpPr>
        <p:grpSpPr>
          <a:xfrm>
            <a:off x="8214158" y="4906415"/>
            <a:ext cx="2380516" cy="289960"/>
            <a:chOff x="8231923" y="1510868"/>
            <a:chExt cx="2380516" cy="289960"/>
          </a:xfrm>
          <a:solidFill>
            <a:schemeClr val="bg1">
              <a:lumMod val="50000"/>
            </a:schemeClr>
          </a:solidFill>
        </p:grpSpPr>
        <p:sp>
          <p:nvSpPr>
            <p:cNvPr id="83" name="楕円 82">
              <a:extLst>
                <a:ext uri="{FF2B5EF4-FFF2-40B4-BE49-F238E27FC236}">
                  <a16:creationId xmlns:a16="http://schemas.microsoft.com/office/drawing/2014/main" id="{67EA3F6E-DDC4-0938-90A3-6FF0F2F98B17}"/>
                </a:ext>
              </a:extLst>
            </p:cNvPr>
            <p:cNvSpPr/>
            <p:nvPr/>
          </p:nvSpPr>
          <p:spPr>
            <a:xfrm>
              <a:off x="10322479" y="1510868"/>
              <a:ext cx="289960" cy="289960"/>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84" name="ハート 83">
              <a:extLst>
                <a:ext uri="{FF2B5EF4-FFF2-40B4-BE49-F238E27FC236}">
                  <a16:creationId xmlns:a16="http://schemas.microsoft.com/office/drawing/2014/main" id="{1D9E5415-C7F4-FF03-296F-05DBB362A264}"/>
                </a:ext>
              </a:extLst>
            </p:cNvPr>
            <p:cNvSpPr/>
            <p:nvPr/>
          </p:nvSpPr>
          <p:spPr>
            <a:xfrm>
              <a:off x="8231923" y="1510869"/>
              <a:ext cx="289959" cy="289959"/>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85" name="楕円 84">
              <a:extLst>
                <a:ext uri="{FF2B5EF4-FFF2-40B4-BE49-F238E27FC236}">
                  <a16:creationId xmlns:a16="http://schemas.microsoft.com/office/drawing/2014/main" id="{1C7B101C-D38E-AC5F-F07A-DCFC6217A89C}"/>
                </a:ext>
              </a:extLst>
            </p:cNvPr>
            <p:cNvSpPr/>
            <p:nvPr/>
          </p:nvSpPr>
          <p:spPr>
            <a:xfrm>
              <a:off x="9277201" y="1510868"/>
              <a:ext cx="289960" cy="289960"/>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86" name="楕円 85">
              <a:extLst>
                <a:ext uri="{FF2B5EF4-FFF2-40B4-BE49-F238E27FC236}">
                  <a16:creationId xmlns:a16="http://schemas.microsoft.com/office/drawing/2014/main" id="{8E168269-E082-58D1-2A63-4D8C20A19CB3}"/>
                </a:ext>
              </a:extLst>
            </p:cNvPr>
            <p:cNvSpPr/>
            <p:nvPr/>
          </p:nvSpPr>
          <p:spPr>
            <a:xfrm>
              <a:off x="9625628" y="1510868"/>
              <a:ext cx="289960" cy="289960"/>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87" name="楕円 86">
              <a:extLst>
                <a:ext uri="{FF2B5EF4-FFF2-40B4-BE49-F238E27FC236}">
                  <a16:creationId xmlns:a16="http://schemas.microsoft.com/office/drawing/2014/main" id="{8BA62AAE-73C5-CDD9-DFAB-AB5717E55A18}"/>
                </a:ext>
              </a:extLst>
            </p:cNvPr>
            <p:cNvSpPr/>
            <p:nvPr/>
          </p:nvSpPr>
          <p:spPr>
            <a:xfrm>
              <a:off x="9974055" y="1510868"/>
              <a:ext cx="289960" cy="289960"/>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88" name="ハート 87">
              <a:extLst>
                <a:ext uri="{FF2B5EF4-FFF2-40B4-BE49-F238E27FC236}">
                  <a16:creationId xmlns:a16="http://schemas.microsoft.com/office/drawing/2014/main" id="{3B3C9B28-9AEF-C9F6-728B-98A66AF7EF1A}"/>
                </a:ext>
              </a:extLst>
            </p:cNvPr>
            <p:cNvSpPr/>
            <p:nvPr/>
          </p:nvSpPr>
          <p:spPr>
            <a:xfrm>
              <a:off x="8580349" y="1510869"/>
              <a:ext cx="289959" cy="289959"/>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89" name="ハート 88">
              <a:extLst>
                <a:ext uri="{FF2B5EF4-FFF2-40B4-BE49-F238E27FC236}">
                  <a16:creationId xmlns:a16="http://schemas.microsoft.com/office/drawing/2014/main" id="{325A30DF-E4ED-2B22-257E-D69BEFE5E46A}"/>
                </a:ext>
              </a:extLst>
            </p:cNvPr>
            <p:cNvSpPr/>
            <p:nvPr/>
          </p:nvSpPr>
          <p:spPr>
            <a:xfrm>
              <a:off x="8928775" y="1510869"/>
              <a:ext cx="289959" cy="289959"/>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96" name="グループ化 95">
            <a:extLst>
              <a:ext uri="{FF2B5EF4-FFF2-40B4-BE49-F238E27FC236}">
                <a16:creationId xmlns:a16="http://schemas.microsoft.com/office/drawing/2014/main" id="{0413AF81-F339-C38B-F850-D4896562ECA1}"/>
              </a:ext>
            </a:extLst>
          </p:cNvPr>
          <p:cNvGrpSpPr/>
          <p:nvPr/>
        </p:nvGrpSpPr>
        <p:grpSpPr>
          <a:xfrm>
            <a:off x="2440821" y="6067176"/>
            <a:ext cx="8486935" cy="1186295"/>
            <a:chOff x="1526425" y="935293"/>
            <a:chExt cx="8486935" cy="1186295"/>
          </a:xfrm>
        </p:grpSpPr>
        <p:sp>
          <p:nvSpPr>
            <p:cNvPr id="112" name="六角形 111">
              <a:extLst>
                <a:ext uri="{FF2B5EF4-FFF2-40B4-BE49-F238E27FC236}">
                  <a16:creationId xmlns:a16="http://schemas.microsoft.com/office/drawing/2014/main" id="{56598ECB-69B9-9428-442A-28BD1440F72C}"/>
                </a:ext>
              </a:extLst>
            </p:cNvPr>
            <p:cNvSpPr/>
            <p:nvPr/>
          </p:nvSpPr>
          <p:spPr>
            <a:xfrm>
              <a:off x="1531691" y="935293"/>
              <a:ext cx="8481669" cy="1186295"/>
            </a:xfrm>
            <a:prstGeom prst="hexagon">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113" name="六角形 112">
              <a:extLst>
                <a:ext uri="{FF2B5EF4-FFF2-40B4-BE49-F238E27FC236}">
                  <a16:creationId xmlns:a16="http://schemas.microsoft.com/office/drawing/2014/main" id="{CEED7567-55D1-5C32-B9F8-27677F813752}"/>
                </a:ext>
              </a:extLst>
            </p:cNvPr>
            <p:cNvSpPr/>
            <p:nvPr/>
          </p:nvSpPr>
          <p:spPr>
            <a:xfrm>
              <a:off x="1526425" y="935293"/>
              <a:ext cx="1649148" cy="1186295"/>
            </a:xfrm>
            <a:prstGeom prst="hexagon">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114" name="テキスト ボックス 113">
              <a:extLst>
                <a:ext uri="{FF2B5EF4-FFF2-40B4-BE49-F238E27FC236}">
                  <a16:creationId xmlns:a16="http://schemas.microsoft.com/office/drawing/2014/main" id="{EED355A6-56E4-9F7A-A856-31263035EA25}"/>
                </a:ext>
              </a:extLst>
            </p:cNvPr>
            <p:cNvSpPr txBox="1"/>
            <p:nvPr/>
          </p:nvSpPr>
          <p:spPr>
            <a:xfrm>
              <a:off x="1797001" y="1297608"/>
              <a:ext cx="1107996" cy="461665"/>
            </a:xfrm>
            <a:prstGeom prst="rect">
              <a:avLst/>
            </a:prstGeom>
            <a:noFill/>
          </p:spPr>
          <p:txBody>
            <a:bodyPr wrap="none" rtlCol="0">
              <a:spAutoFit/>
            </a:bodyPr>
            <a:lstStyle/>
            <a:p>
              <a:pPr algn="ctr"/>
              <a:r>
                <a:rPr lang="en-US" altLang="ja-JP" sz="2400" b="1" dirty="0">
                  <a:solidFill>
                    <a:schemeClr val="bg1">
                      <a:lumMod val="95000"/>
                    </a:schemeClr>
                  </a:solidFill>
                  <a:latin typeface="原稿用標準書体" panose="03000503000000000000" pitchFamily="66" charset="-128"/>
                  <a:ea typeface="原稿用標準書体" panose="03000503000000000000" pitchFamily="66" charset="-128"/>
                </a:rPr>
                <a:t>SAVE03</a:t>
              </a:r>
              <a:endParaRPr kumimoji="1" lang="ja-JP" altLang="en-US" sz="3200" b="1" dirty="0">
                <a:solidFill>
                  <a:schemeClr val="bg1">
                    <a:lumMod val="95000"/>
                  </a:schemeClr>
                </a:solidFill>
                <a:latin typeface="原稿用標準書体" panose="03000503000000000000" pitchFamily="66" charset="-128"/>
                <a:ea typeface="原稿用標準書体" panose="03000503000000000000" pitchFamily="66" charset="-128"/>
              </a:endParaRPr>
            </a:p>
          </p:txBody>
        </p:sp>
      </p:grpSp>
      <p:grpSp>
        <p:nvGrpSpPr>
          <p:cNvPr id="100" name="グループ化 99">
            <a:extLst>
              <a:ext uri="{FF2B5EF4-FFF2-40B4-BE49-F238E27FC236}">
                <a16:creationId xmlns:a16="http://schemas.microsoft.com/office/drawing/2014/main" id="{8980FC90-D711-5E20-ABCA-71132FBB36A8}"/>
              </a:ext>
            </a:extLst>
          </p:cNvPr>
          <p:cNvGrpSpPr/>
          <p:nvPr/>
        </p:nvGrpSpPr>
        <p:grpSpPr>
          <a:xfrm>
            <a:off x="8214158" y="6535963"/>
            <a:ext cx="2380516" cy="289960"/>
            <a:chOff x="8231923" y="1510868"/>
            <a:chExt cx="2380516" cy="289960"/>
          </a:xfrm>
        </p:grpSpPr>
        <p:sp>
          <p:nvSpPr>
            <p:cNvPr id="101" name="楕円 100">
              <a:extLst>
                <a:ext uri="{FF2B5EF4-FFF2-40B4-BE49-F238E27FC236}">
                  <a16:creationId xmlns:a16="http://schemas.microsoft.com/office/drawing/2014/main" id="{96ACDDC0-8D3F-D867-C940-03B73C43BF04}"/>
                </a:ext>
              </a:extLst>
            </p:cNvPr>
            <p:cNvSpPr/>
            <p:nvPr/>
          </p:nvSpPr>
          <p:spPr>
            <a:xfrm>
              <a:off x="10322479"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2" name="ハート 101">
              <a:extLst>
                <a:ext uri="{FF2B5EF4-FFF2-40B4-BE49-F238E27FC236}">
                  <a16:creationId xmlns:a16="http://schemas.microsoft.com/office/drawing/2014/main" id="{59A6B41C-55E2-B61C-07A5-5E1D5627D8DB}"/>
                </a:ext>
              </a:extLst>
            </p:cNvPr>
            <p:cNvSpPr/>
            <p:nvPr/>
          </p:nvSpPr>
          <p:spPr>
            <a:xfrm>
              <a:off x="8231923"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3" name="楕円 102">
              <a:extLst>
                <a:ext uri="{FF2B5EF4-FFF2-40B4-BE49-F238E27FC236}">
                  <a16:creationId xmlns:a16="http://schemas.microsoft.com/office/drawing/2014/main" id="{C3E902DE-7FE4-0D93-DAA6-5CDF40876F1D}"/>
                </a:ext>
              </a:extLst>
            </p:cNvPr>
            <p:cNvSpPr/>
            <p:nvPr/>
          </p:nvSpPr>
          <p:spPr>
            <a:xfrm>
              <a:off x="9277201"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4" name="楕円 103">
              <a:extLst>
                <a:ext uri="{FF2B5EF4-FFF2-40B4-BE49-F238E27FC236}">
                  <a16:creationId xmlns:a16="http://schemas.microsoft.com/office/drawing/2014/main" id="{AA4E10F2-1FA1-CFAD-5813-BA4E5846D6A8}"/>
                </a:ext>
              </a:extLst>
            </p:cNvPr>
            <p:cNvSpPr/>
            <p:nvPr/>
          </p:nvSpPr>
          <p:spPr>
            <a:xfrm>
              <a:off x="9625628"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5" name="楕円 104">
              <a:extLst>
                <a:ext uri="{FF2B5EF4-FFF2-40B4-BE49-F238E27FC236}">
                  <a16:creationId xmlns:a16="http://schemas.microsoft.com/office/drawing/2014/main" id="{6B4532AF-3015-F426-A960-44DCDBB70C8C}"/>
                </a:ext>
              </a:extLst>
            </p:cNvPr>
            <p:cNvSpPr/>
            <p:nvPr/>
          </p:nvSpPr>
          <p:spPr>
            <a:xfrm>
              <a:off x="9974055"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6" name="ハート 105">
              <a:extLst>
                <a:ext uri="{FF2B5EF4-FFF2-40B4-BE49-F238E27FC236}">
                  <a16:creationId xmlns:a16="http://schemas.microsoft.com/office/drawing/2014/main" id="{70CAA62C-3FA7-0408-C963-B1A4BB946B7A}"/>
                </a:ext>
              </a:extLst>
            </p:cNvPr>
            <p:cNvSpPr/>
            <p:nvPr/>
          </p:nvSpPr>
          <p:spPr>
            <a:xfrm>
              <a:off x="8580349"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7" name="ハート 106">
              <a:extLst>
                <a:ext uri="{FF2B5EF4-FFF2-40B4-BE49-F238E27FC236}">
                  <a16:creationId xmlns:a16="http://schemas.microsoft.com/office/drawing/2014/main" id="{D13E7F54-3ADC-176B-1ED6-2959FB284E26}"/>
                </a:ext>
              </a:extLst>
            </p:cNvPr>
            <p:cNvSpPr/>
            <p:nvPr/>
          </p:nvSpPr>
          <p:spPr>
            <a:xfrm>
              <a:off x="8928775"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10" name="グループ化 9">
            <a:extLst>
              <a:ext uri="{FF2B5EF4-FFF2-40B4-BE49-F238E27FC236}">
                <a16:creationId xmlns:a16="http://schemas.microsoft.com/office/drawing/2014/main" id="{991FBDD6-FAD5-7115-82E9-FD80EF5F6A2C}"/>
              </a:ext>
            </a:extLst>
          </p:cNvPr>
          <p:cNvGrpSpPr/>
          <p:nvPr/>
        </p:nvGrpSpPr>
        <p:grpSpPr>
          <a:xfrm>
            <a:off x="4266558" y="2945547"/>
            <a:ext cx="3256407" cy="963346"/>
            <a:chOff x="4260533" y="2945547"/>
            <a:chExt cx="3256407" cy="963346"/>
          </a:xfrm>
        </p:grpSpPr>
        <p:grpSp>
          <p:nvGrpSpPr>
            <p:cNvPr id="66" name="グループ化 65">
              <a:extLst>
                <a:ext uri="{FF2B5EF4-FFF2-40B4-BE49-F238E27FC236}">
                  <a16:creationId xmlns:a16="http://schemas.microsoft.com/office/drawing/2014/main" id="{806DCBF0-04E5-8BBE-DBE8-7A42BC9FA375}"/>
                </a:ext>
              </a:extLst>
            </p:cNvPr>
            <p:cNvGrpSpPr/>
            <p:nvPr/>
          </p:nvGrpSpPr>
          <p:grpSpPr>
            <a:xfrm>
              <a:off x="4260533" y="2945547"/>
              <a:ext cx="3069555" cy="400110"/>
              <a:chOff x="4472608" y="1805236"/>
              <a:chExt cx="3069555" cy="400110"/>
            </a:xfrm>
          </p:grpSpPr>
          <p:sp>
            <p:nvSpPr>
              <p:cNvPr id="75" name="テキスト ボックス 74">
                <a:extLst>
                  <a:ext uri="{FF2B5EF4-FFF2-40B4-BE49-F238E27FC236}">
                    <a16:creationId xmlns:a16="http://schemas.microsoft.com/office/drawing/2014/main" id="{B42FCC43-7AD0-307C-0810-6413515774E2}"/>
                  </a:ext>
                </a:extLst>
              </p:cNvPr>
              <p:cNvSpPr txBox="1"/>
              <p:nvPr/>
            </p:nvSpPr>
            <p:spPr>
              <a:xfrm>
                <a:off x="4472608" y="1866792"/>
                <a:ext cx="595035" cy="338554"/>
              </a:xfrm>
              <a:prstGeom prst="rect">
                <a:avLst/>
              </a:prstGeom>
              <a:noFill/>
            </p:spPr>
            <p:txBody>
              <a:bodyPr wrap="none" rtlCol="0">
                <a:spAutoFit/>
              </a:bodyPr>
              <a:lstStyle/>
              <a:p>
                <a:pPr algn="ctr"/>
                <a:r>
                  <a:rPr lang="en-US" altLang="ja-JP" sz="1600" b="1" dirty="0">
                    <a:solidFill>
                      <a:schemeClr val="tx1">
                        <a:lumMod val="85000"/>
                        <a:lumOff val="15000"/>
                      </a:schemeClr>
                    </a:solidFill>
                    <a:latin typeface="原稿用標準書体" panose="03000503000000000000" pitchFamily="66" charset="-128"/>
                    <a:ea typeface="原稿用標準書体" panose="03000503000000000000" pitchFamily="66" charset="-128"/>
                  </a:rPr>
                  <a:t>Date</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76" name="テキスト ボックス 75">
                <a:extLst>
                  <a:ext uri="{FF2B5EF4-FFF2-40B4-BE49-F238E27FC236}">
                    <a16:creationId xmlns:a16="http://schemas.microsoft.com/office/drawing/2014/main" id="{B4D640A7-6AA5-EB82-22A5-3CC410F77F81}"/>
                  </a:ext>
                </a:extLst>
              </p:cNvPr>
              <p:cNvSpPr txBox="1"/>
              <p:nvPr/>
            </p:nvSpPr>
            <p:spPr>
              <a:xfrm>
                <a:off x="5177413" y="1805236"/>
                <a:ext cx="2364750" cy="400110"/>
              </a:xfrm>
              <a:prstGeom prst="rect">
                <a:avLst/>
              </a:prstGeom>
              <a:noFill/>
            </p:spPr>
            <p:txBody>
              <a:bodyPr wrap="none" rtlCol="0">
                <a:spAutoFit/>
              </a:bodyPr>
              <a:lstStyle/>
              <a:p>
                <a:pPr algn="ctr"/>
                <a:r>
                  <a:rPr lang="en-US" altLang="ja-JP" sz="2000" dirty="0">
                    <a:solidFill>
                      <a:schemeClr val="tx1">
                        <a:lumMod val="85000"/>
                        <a:lumOff val="15000"/>
                      </a:schemeClr>
                    </a:solidFill>
                    <a:latin typeface="原稿用標準書体" panose="03000503000000000000" pitchFamily="66" charset="-128"/>
                    <a:ea typeface="原稿用標準書体" panose="03000503000000000000" pitchFamily="66" charset="-128"/>
                  </a:rPr>
                  <a:t>YYYY/MM/DD</a:t>
                </a:r>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rPr>
                  <a:t>　</a:t>
                </a:r>
                <a:r>
                  <a:rPr lang="en-US" altLang="ja-JP" sz="2000" dirty="0" err="1">
                    <a:solidFill>
                      <a:schemeClr val="tx1">
                        <a:lumMod val="85000"/>
                        <a:lumOff val="15000"/>
                      </a:schemeClr>
                    </a:solidFill>
                    <a:latin typeface="原稿用標準書体" panose="03000503000000000000" pitchFamily="66" charset="-128"/>
                    <a:ea typeface="原稿用標準書体" panose="03000503000000000000" pitchFamily="66" charset="-128"/>
                  </a:rPr>
                  <a:t>HH:mm</a:t>
                </a:r>
                <a:endParaRPr kumimoji="1" lang="ja-JP" altLang="en-US" sz="2800"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grpSp>
          <p:nvGrpSpPr>
            <p:cNvPr id="9" name="グループ化 8">
              <a:extLst>
                <a:ext uri="{FF2B5EF4-FFF2-40B4-BE49-F238E27FC236}">
                  <a16:creationId xmlns:a16="http://schemas.microsoft.com/office/drawing/2014/main" id="{EA028E80-11AC-B08C-6489-773221E06AF8}"/>
                </a:ext>
              </a:extLst>
            </p:cNvPr>
            <p:cNvGrpSpPr/>
            <p:nvPr/>
          </p:nvGrpSpPr>
          <p:grpSpPr>
            <a:xfrm>
              <a:off x="4260535" y="3493560"/>
              <a:ext cx="3256405" cy="415333"/>
              <a:chOff x="4260535" y="3493560"/>
              <a:chExt cx="3256405" cy="415333"/>
            </a:xfrm>
          </p:grpSpPr>
          <p:sp>
            <p:nvSpPr>
              <p:cNvPr id="3" name="テキスト ボックス 2">
                <a:extLst>
                  <a:ext uri="{FF2B5EF4-FFF2-40B4-BE49-F238E27FC236}">
                    <a16:creationId xmlns:a16="http://schemas.microsoft.com/office/drawing/2014/main" id="{1D918FF9-16D0-B34F-B2EF-20593EF60158}"/>
                  </a:ext>
                </a:extLst>
              </p:cNvPr>
              <p:cNvSpPr txBox="1"/>
              <p:nvPr/>
            </p:nvSpPr>
            <p:spPr>
              <a:xfrm>
                <a:off x="4260535" y="3493560"/>
                <a:ext cx="1005403" cy="338554"/>
              </a:xfrm>
              <a:prstGeom prst="rect">
                <a:avLst/>
              </a:prstGeom>
              <a:noFill/>
            </p:spPr>
            <p:txBody>
              <a:bodyPr wrap="none" rtlCol="0">
                <a:spAutoFit/>
              </a:bodyPr>
              <a:lstStyle/>
              <a:p>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PlayTime</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6" name="テキスト ボックス 5">
                <a:extLst>
                  <a:ext uri="{FF2B5EF4-FFF2-40B4-BE49-F238E27FC236}">
                    <a16:creationId xmlns:a16="http://schemas.microsoft.com/office/drawing/2014/main" id="{86B6FFDD-BE09-5933-9BCC-E3831F8159AA}"/>
                  </a:ext>
                </a:extLst>
              </p:cNvPr>
              <p:cNvSpPr txBox="1"/>
              <p:nvPr/>
            </p:nvSpPr>
            <p:spPr>
              <a:xfrm>
                <a:off x="5323133" y="3508783"/>
                <a:ext cx="889945" cy="400110"/>
              </a:xfrm>
              <a:prstGeom prst="rect">
                <a:avLst/>
              </a:prstGeom>
              <a:noFill/>
            </p:spPr>
            <p:txBody>
              <a:bodyPr wrap="square">
                <a:spAutoFit/>
              </a:bodyPr>
              <a:lstStyle/>
              <a:p>
                <a:r>
                  <a:rPr lang="en-US" altLang="ja-JP" sz="2000">
                    <a:solidFill>
                      <a:schemeClr val="tx1">
                        <a:lumMod val="85000"/>
                        <a:lumOff val="15000"/>
                      </a:schemeClr>
                    </a:solidFill>
                    <a:latin typeface="原稿用標準書体" panose="03000503000000000000" pitchFamily="66" charset="-128"/>
                    <a:ea typeface="原稿用標準書体" panose="03000503000000000000" pitchFamily="66" charset="-128"/>
                  </a:rPr>
                  <a:t>HH:mm</a:t>
                </a:r>
                <a:endParaRPr lang="ja-JP" altLang="en-US"/>
              </a:p>
            </p:txBody>
          </p:sp>
          <p:sp>
            <p:nvSpPr>
              <p:cNvPr id="8" name="テキスト ボックス 7">
                <a:extLst>
                  <a:ext uri="{FF2B5EF4-FFF2-40B4-BE49-F238E27FC236}">
                    <a16:creationId xmlns:a16="http://schemas.microsoft.com/office/drawing/2014/main" id="{95036FAC-853E-314F-8D3A-E941FF5829C9}"/>
                  </a:ext>
                </a:extLst>
              </p:cNvPr>
              <p:cNvSpPr txBox="1"/>
              <p:nvPr/>
            </p:nvSpPr>
            <p:spPr>
              <a:xfrm>
                <a:off x="6408944" y="3493560"/>
                <a:ext cx="1107996" cy="338554"/>
              </a:xfrm>
              <a:prstGeom prst="rect">
                <a:avLst/>
              </a:prstGeom>
              <a:noFill/>
            </p:spPr>
            <p:txBody>
              <a:bodyPr wrap="none" rtlCol="0">
                <a:spAutoFit/>
              </a:bodyPr>
              <a:lstStyle/>
              <a:p>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Chapter</a:t>
                </a:r>
                <a:r>
                  <a:rPr lang="ja-JP" altLang="en-US" sz="1600" b="1">
                    <a:solidFill>
                      <a:schemeClr val="tx1">
                        <a:lumMod val="85000"/>
                        <a:lumOff val="15000"/>
                      </a:schemeClr>
                    </a:solidFill>
                    <a:latin typeface="原稿用標準書体" panose="03000503000000000000" pitchFamily="66" charset="-128"/>
                    <a:ea typeface="原稿用標準書体" panose="03000503000000000000" pitchFamily="66" charset="-128"/>
                  </a:rPr>
                  <a:t> </a:t>
                </a:r>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0</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grpSp>
      <p:grpSp>
        <p:nvGrpSpPr>
          <p:cNvPr id="11" name="グループ化 10">
            <a:extLst>
              <a:ext uri="{FF2B5EF4-FFF2-40B4-BE49-F238E27FC236}">
                <a16:creationId xmlns:a16="http://schemas.microsoft.com/office/drawing/2014/main" id="{6CF24D48-1D70-968D-DAA2-7BF74FF6B17E}"/>
              </a:ext>
            </a:extLst>
          </p:cNvPr>
          <p:cNvGrpSpPr/>
          <p:nvPr/>
        </p:nvGrpSpPr>
        <p:grpSpPr>
          <a:xfrm>
            <a:off x="4266558" y="1290004"/>
            <a:ext cx="3256407" cy="963346"/>
            <a:chOff x="4260533" y="2945547"/>
            <a:chExt cx="3256407" cy="963346"/>
          </a:xfrm>
        </p:grpSpPr>
        <p:grpSp>
          <p:nvGrpSpPr>
            <p:cNvPr id="12" name="グループ化 11">
              <a:extLst>
                <a:ext uri="{FF2B5EF4-FFF2-40B4-BE49-F238E27FC236}">
                  <a16:creationId xmlns:a16="http://schemas.microsoft.com/office/drawing/2014/main" id="{BA707C87-6CD5-0188-AB0A-E4138ED911F1}"/>
                </a:ext>
              </a:extLst>
            </p:cNvPr>
            <p:cNvGrpSpPr/>
            <p:nvPr/>
          </p:nvGrpSpPr>
          <p:grpSpPr>
            <a:xfrm>
              <a:off x="4260533" y="2945547"/>
              <a:ext cx="3069555" cy="400110"/>
              <a:chOff x="4472608" y="1805236"/>
              <a:chExt cx="3069555" cy="400110"/>
            </a:xfrm>
          </p:grpSpPr>
          <p:sp>
            <p:nvSpPr>
              <p:cNvPr id="19" name="テキスト ボックス 18">
                <a:extLst>
                  <a:ext uri="{FF2B5EF4-FFF2-40B4-BE49-F238E27FC236}">
                    <a16:creationId xmlns:a16="http://schemas.microsoft.com/office/drawing/2014/main" id="{3C30929F-842B-809B-190B-E73F6C27D597}"/>
                  </a:ext>
                </a:extLst>
              </p:cNvPr>
              <p:cNvSpPr txBox="1"/>
              <p:nvPr/>
            </p:nvSpPr>
            <p:spPr>
              <a:xfrm>
                <a:off x="4472608" y="1866792"/>
                <a:ext cx="595035" cy="338554"/>
              </a:xfrm>
              <a:prstGeom prst="rect">
                <a:avLst/>
              </a:prstGeom>
              <a:noFill/>
            </p:spPr>
            <p:txBody>
              <a:bodyPr wrap="none" rtlCol="0">
                <a:spAutoFit/>
              </a:bodyPr>
              <a:lstStyle/>
              <a:p>
                <a:pPr algn="ctr"/>
                <a:r>
                  <a:rPr lang="en-US" altLang="ja-JP" sz="1600" b="1" dirty="0">
                    <a:solidFill>
                      <a:schemeClr val="tx1">
                        <a:lumMod val="85000"/>
                        <a:lumOff val="15000"/>
                      </a:schemeClr>
                    </a:solidFill>
                    <a:latin typeface="原稿用標準書体" panose="03000503000000000000" pitchFamily="66" charset="-128"/>
                    <a:ea typeface="原稿用標準書体" panose="03000503000000000000" pitchFamily="66" charset="-128"/>
                  </a:rPr>
                  <a:t>Date</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21" name="テキスト ボックス 20">
                <a:extLst>
                  <a:ext uri="{FF2B5EF4-FFF2-40B4-BE49-F238E27FC236}">
                    <a16:creationId xmlns:a16="http://schemas.microsoft.com/office/drawing/2014/main" id="{BF40FF39-713E-AF07-0E08-1FBE3CA61048}"/>
                  </a:ext>
                </a:extLst>
              </p:cNvPr>
              <p:cNvSpPr txBox="1"/>
              <p:nvPr/>
            </p:nvSpPr>
            <p:spPr>
              <a:xfrm>
                <a:off x="5177413" y="1805236"/>
                <a:ext cx="2364750" cy="400110"/>
              </a:xfrm>
              <a:prstGeom prst="rect">
                <a:avLst/>
              </a:prstGeom>
              <a:noFill/>
            </p:spPr>
            <p:txBody>
              <a:bodyPr wrap="none" rtlCol="0">
                <a:spAutoFit/>
              </a:bodyPr>
              <a:lstStyle/>
              <a:p>
                <a:pPr algn="ctr"/>
                <a:r>
                  <a:rPr lang="en-US" altLang="ja-JP" sz="2000" dirty="0">
                    <a:solidFill>
                      <a:schemeClr val="tx1">
                        <a:lumMod val="85000"/>
                        <a:lumOff val="15000"/>
                      </a:schemeClr>
                    </a:solidFill>
                    <a:latin typeface="原稿用標準書体" panose="03000503000000000000" pitchFamily="66" charset="-128"/>
                    <a:ea typeface="原稿用標準書体" panose="03000503000000000000" pitchFamily="66" charset="-128"/>
                  </a:rPr>
                  <a:t>YYYY/MM/DD</a:t>
                </a:r>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rPr>
                  <a:t>　</a:t>
                </a:r>
                <a:r>
                  <a:rPr lang="en-US" altLang="ja-JP" sz="2000" dirty="0" err="1">
                    <a:solidFill>
                      <a:schemeClr val="tx1">
                        <a:lumMod val="85000"/>
                        <a:lumOff val="15000"/>
                      </a:schemeClr>
                    </a:solidFill>
                    <a:latin typeface="原稿用標準書体" panose="03000503000000000000" pitchFamily="66" charset="-128"/>
                    <a:ea typeface="原稿用標準書体" panose="03000503000000000000" pitchFamily="66" charset="-128"/>
                  </a:rPr>
                  <a:t>HH:mm</a:t>
                </a:r>
                <a:endParaRPr kumimoji="1" lang="ja-JP" altLang="en-US" sz="2800"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grpSp>
          <p:nvGrpSpPr>
            <p:cNvPr id="14" name="グループ化 13">
              <a:extLst>
                <a:ext uri="{FF2B5EF4-FFF2-40B4-BE49-F238E27FC236}">
                  <a16:creationId xmlns:a16="http://schemas.microsoft.com/office/drawing/2014/main" id="{E13606FD-E596-05E2-72B6-B6912BF7D1D7}"/>
                </a:ext>
              </a:extLst>
            </p:cNvPr>
            <p:cNvGrpSpPr/>
            <p:nvPr/>
          </p:nvGrpSpPr>
          <p:grpSpPr>
            <a:xfrm>
              <a:off x="4260535" y="3493560"/>
              <a:ext cx="3256405" cy="415333"/>
              <a:chOff x="4260535" y="3493560"/>
              <a:chExt cx="3256405" cy="415333"/>
            </a:xfrm>
          </p:grpSpPr>
          <p:sp>
            <p:nvSpPr>
              <p:cNvPr id="15" name="テキスト ボックス 14">
                <a:extLst>
                  <a:ext uri="{FF2B5EF4-FFF2-40B4-BE49-F238E27FC236}">
                    <a16:creationId xmlns:a16="http://schemas.microsoft.com/office/drawing/2014/main" id="{8F0EBD89-D28D-9608-CBB8-FDD1B82D4061}"/>
                  </a:ext>
                </a:extLst>
              </p:cNvPr>
              <p:cNvSpPr txBox="1"/>
              <p:nvPr/>
            </p:nvSpPr>
            <p:spPr>
              <a:xfrm>
                <a:off x="4260535" y="3493560"/>
                <a:ext cx="1005403" cy="338554"/>
              </a:xfrm>
              <a:prstGeom prst="rect">
                <a:avLst/>
              </a:prstGeom>
              <a:noFill/>
            </p:spPr>
            <p:txBody>
              <a:bodyPr wrap="none" rtlCol="0">
                <a:spAutoFit/>
              </a:bodyPr>
              <a:lstStyle/>
              <a:p>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PlayTime</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16" name="テキスト ボックス 15">
                <a:extLst>
                  <a:ext uri="{FF2B5EF4-FFF2-40B4-BE49-F238E27FC236}">
                    <a16:creationId xmlns:a16="http://schemas.microsoft.com/office/drawing/2014/main" id="{2D19D5F1-2D8F-996D-6C88-C3A203C9A8DF}"/>
                  </a:ext>
                </a:extLst>
              </p:cNvPr>
              <p:cNvSpPr txBox="1"/>
              <p:nvPr/>
            </p:nvSpPr>
            <p:spPr>
              <a:xfrm>
                <a:off x="5323133" y="3508783"/>
                <a:ext cx="889945" cy="400110"/>
              </a:xfrm>
              <a:prstGeom prst="rect">
                <a:avLst/>
              </a:prstGeom>
              <a:noFill/>
            </p:spPr>
            <p:txBody>
              <a:bodyPr wrap="square">
                <a:spAutoFit/>
              </a:bodyPr>
              <a:lstStyle/>
              <a:p>
                <a:r>
                  <a:rPr lang="en-US" altLang="ja-JP" sz="2000">
                    <a:solidFill>
                      <a:schemeClr val="tx1">
                        <a:lumMod val="85000"/>
                        <a:lumOff val="15000"/>
                      </a:schemeClr>
                    </a:solidFill>
                    <a:latin typeface="原稿用標準書体" panose="03000503000000000000" pitchFamily="66" charset="-128"/>
                    <a:ea typeface="原稿用標準書体" panose="03000503000000000000" pitchFamily="66" charset="-128"/>
                  </a:rPr>
                  <a:t>HH:mm</a:t>
                </a:r>
                <a:endParaRPr lang="ja-JP" altLang="en-US"/>
              </a:p>
            </p:txBody>
          </p:sp>
          <p:sp>
            <p:nvSpPr>
              <p:cNvPr id="18" name="テキスト ボックス 17">
                <a:extLst>
                  <a:ext uri="{FF2B5EF4-FFF2-40B4-BE49-F238E27FC236}">
                    <a16:creationId xmlns:a16="http://schemas.microsoft.com/office/drawing/2014/main" id="{33A01274-5CC8-4B39-323A-CEAF1C4B8CFE}"/>
                  </a:ext>
                </a:extLst>
              </p:cNvPr>
              <p:cNvSpPr txBox="1"/>
              <p:nvPr/>
            </p:nvSpPr>
            <p:spPr>
              <a:xfrm>
                <a:off x="6408944" y="3493560"/>
                <a:ext cx="1107996" cy="338554"/>
              </a:xfrm>
              <a:prstGeom prst="rect">
                <a:avLst/>
              </a:prstGeom>
              <a:noFill/>
            </p:spPr>
            <p:txBody>
              <a:bodyPr wrap="none" rtlCol="0">
                <a:spAutoFit/>
              </a:bodyPr>
              <a:lstStyle/>
              <a:p>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Chapter</a:t>
                </a:r>
                <a:r>
                  <a:rPr lang="ja-JP" altLang="en-US" sz="1600" b="1">
                    <a:solidFill>
                      <a:schemeClr val="tx1">
                        <a:lumMod val="85000"/>
                        <a:lumOff val="15000"/>
                      </a:schemeClr>
                    </a:solidFill>
                    <a:latin typeface="原稿用標準書体" panose="03000503000000000000" pitchFamily="66" charset="-128"/>
                    <a:ea typeface="原稿用標準書体" panose="03000503000000000000" pitchFamily="66" charset="-128"/>
                  </a:rPr>
                  <a:t> </a:t>
                </a:r>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0</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grpSp>
      <p:grpSp>
        <p:nvGrpSpPr>
          <p:cNvPr id="32" name="グループ化 31">
            <a:extLst>
              <a:ext uri="{FF2B5EF4-FFF2-40B4-BE49-F238E27FC236}">
                <a16:creationId xmlns:a16="http://schemas.microsoft.com/office/drawing/2014/main" id="{974EF36C-DD09-7DA3-8B2F-5F6CA50586B0}"/>
              </a:ext>
            </a:extLst>
          </p:cNvPr>
          <p:cNvGrpSpPr/>
          <p:nvPr/>
        </p:nvGrpSpPr>
        <p:grpSpPr>
          <a:xfrm>
            <a:off x="4266558" y="6178650"/>
            <a:ext cx="3256407" cy="963346"/>
            <a:chOff x="4260533" y="2945547"/>
            <a:chExt cx="3256407" cy="963346"/>
          </a:xfrm>
        </p:grpSpPr>
        <p:grpSp>
          <p:nvGrpSpPr>
            <p:cNvPr id="34" name="グループ化 33">
              <a:extLst>
                <a:ext uri="{FF2B5EF4-FFF2-40B4-BE49-F238E27FC236}">
                  <a16:creationId xmlns:a16="http://schemas.microsoft.com/office/drawing/2014/main" id="{94C1FB33-D611-65E5-DA14-8A5A264419C1}"/>
                </a:ext>
              </a:extLst>
            </p:cNvPr>
            <p:cNvGrpSpPr/>
            <p:nvPr/>
          </p:nvGrpSpPr>
          <p:grpSpPr>
            <a:xfrm>
              <a:off x="4260533" y="2945547"/>
              <a:ext cx="3069555" cy="400110"/>
              <a:chOff x="4472608" y="1805236"/>
              <a:chExt cx="3069555" cy="400110"/>
            </a:xfrm>
          </p:grpSpPr>
          <p:sp>
            <p:nvSpPr>
              <p:cNvPr id="42" name="テキスト ボックス 41">
                <a:extLst>
                  <a:ext uri="{FF2B5EF4-FFF2-40B4-BE49-F238E27FC236}">
                    <a16:creationId xmlns:a16="http://schemas.microsoft.com/office/drawing/2014/main" id="{F2B538AE-81EC-08A3-DF1E-E581BE7BF5C2}"/>
                  </a:ext>
                </a:extLst>
              </p:cNvPr>
              <p:cNvSpPr txBox="1"/>
              <p:nvPr/>
            </p:nvSpPr>
            <p:spPr>
              <a:xfrm>
                <a:off x="4472608" y="1866792"/>
                <a:ext cx="595035" cy="338554"/>
              </a:xfrm>
              <a:prstGeom prst="rect">
                <a:avLst/>
              </a:prstGeom>
              <a:noFill/>
            </p:spPr>
            <p:txBody>
              <a:bodyPr wrap="none" rtlCol="0">
                <a:spAutoFit/>
              </a:bodyPr>
              <a:lstStyle/>
              <a:p>
                <a:pPr algn="ctr"/>
                <a:r>
                  <a:rPr lang="en-US" altLang="ja-JP" sz="1600" b="1" dirty="0">
                    <a:solidFill>
                      <a:schemeClr val="tx1">
                        <a:lumMod val="85000"/>
                        <a:lumOff val="15000"/>
                      </a:schemeClr>
                    </a:solidFill>
                    <a:latin typeface="原稿用標準書体" panose="03000503000000000000" pitchFamily="66" charset="-128"/>
                    <a:ea typeface="原稿用標準書体" panose="03000503000000000000" pitchFamily="66" charset="-128"/>
                  </a:rPr>
                  <a:t>Date</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43" name="テキスト ボックス 42">
                <a:extLst>
                  <a:ext uri="{FF2B5EF4-FFF2-40B4-BE49-F238E27FC236}">
                    <a16:creationId xmlns:a16="http://schemas.microsoft.com/office/drawing/2014/main" id="{0F77E91B-5A4A-5E68-795B-027D2DDA184A}"/>
                  </a:ext>
                </a:extLst>
              </p:cNvPr>
              <p:cNvSpPr txBox="1"/>
              <p:nvPr/>
            </p:nvSpPr>
            <p:spPr>
              <a:xfrm>
                <a:off x="5177413" y="1805236"/>
                <a:ext cx="2364750" cy="400110"/>
              </a:xfrm>
              <a:prstGeom prst="rect">
                <a:avLst/>
              </a:prstGeom>
              <a:noFill/>
            </p:spPr>
            <p:txBody>
              <a:bodyPr wrap="none" rtlCol="0">
                <a:spAutoFit/>
              </a:bodyPr>
              <a:lstStyle/>
              <a:p>
                <a:pPr algn="ctr"/>
                <a:r>
                  <a:rPr lang="en-US" altLang="ja-JP" sz="2000" dirty="0">
                    <a:solidFill>
                      <a:schemeClr val="tx1">
                        <a:lumMod val="85000"/>
                        <a:lumOff val="15000"/>
                      </a:schemeClr>
                    </a:solidFill>
                    <a:latin typeface="原稿用標準書体" panose="03000503000000000000" pitchFamily="66" charset="-128"/>
                    <a:ea typeface="原稿用標準書体" panose="03000503000000000000" pitchFamily="66" charset="-128"/>
                  </a:rPr>
                  <a:t>YYYY/MM/DD</a:t>
                </a:r>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rPr>
                  <a:t>　</a:t>
                </a:r>
                <a:r>
                  <a:rPr lang="en-US" altLang="ja-JP" sz="2000" dirty="0" err="1">
                    <a:solidFill>
                      <a:schemeClr val="tx1">
                        <a:lumMod val="85000"/>
                        <a:lumOff val="15000"/>
                      </a:schemeClr>
                    </a:solidFill>
                    <a:latin typeface="原稿用標準書体" panose="03000503000000000000" pitchFamily="66" charset="-128"/>
                    <a:ea typeface="原稿用標準書体" panose="03000503000000000000" pitchFamily="66" charset="-128"/>
                  </a:rPr>
                  <a:t>HH:mm</a:t>
                </a:r>
                <a:endParaRPr kumimoji="1" lang="ja-JP" altLang="en-US" sz="2800"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grpSp>
          <p:nvGrpSpPr>
            <p:cNvPr id="36" name="グループ化 35">
              <a:extLst>
                <a:ext uri="{FF2B5EF4-FFF2-40B4-BE49-F238E27FC236}">
                  <a16:creationId xmlns:a16="http://schemas.microsoft.com/office/drawing/2014/main" id="{0AC73BE7-A81D-26FF-84FA-F80F086C08C3}"/>
                </a:ext>
              </a:extLst>
            </p:cNvPr>
            <p:cNvGrpSpPr/>
            <p:nvPr/>
          </p:nvGrpSpPr>
          <p:grpSpPr>
            <a:xfrm>
              <a:off x="4260535" y="3493560"/>
              <a:ext cx="3256405" cy="415333"/>
              <a:chOff x="4260535" y="3493560"/>
              <a:chExt cx="3256405" cy="415333"/>
            </a:xfrm>
          </p:grpSpPr>
          <p:sp>
            <p:nvSpPr>
              <p:cNvPr id="37" name="テキスト ボックス 36">
                <a:extLst>
                  <a:ext uri="{FF2B5EF4-FFF2-40B4-BE49-F238E27FC236}">
                    <a16:creationId xmlns:a16="http://schemas.microsoft.com/office/drawing/2014/main" id="{1091AE66-77D9-7D4F-FE78-6B21F2C53294}"/>
                  </a:ext>
                </a:extLst>
              </p:cNvPr>
              <p:cNvSpPr txBox="1"/>
              <p:nvPr/>
            </p:nvSpPr>
            <p:spPr>
              <a:xfrm>
                <a:off x="4260535" y="3493560"/>
                <a:ext cx="1005403" cy="338554"/>
              </a:xfrm>
              <a:prstGeom prst="rect">
                <a:avLst/>
              </a:prstGeom>
              <a:noFill/>
            </p:spPr>
            <p:txBody>
              <a:bodyPr wrap="none" rtlCol="0">
                <a:spAutoFit/>
              </a:bodyPr>
              <a:lstStyle/>
              <a:p>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PlayTime</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40" name="テキスト ボックス 39">
                <a:extLst>
                  <a:ext uri="{FF2B5EF4-FFF2-40B4-BE49-F238E27FC236}">
                    <a16:creationId xmlns:a16="http://schemas.microsoft.com/office/drawing/2014/main" id="{B961939B-BD45-FB77-7515-588B4A2BFF7F}"/>
                  </a:ext>
                </a:extLst>
              </p:cNvPr>
              <p:cNvSpPr txBox="1"/>
              <p:nvPr/>
            </p:nvSpPr>
            <p:spPr>
              <a:xfrm>
                <a:off x="5323133" y="3508783"/>
                <a:ext cx="889945" cy="400110"/>
              </a:xfrm>
              <a:prstGeom prst="rect">
                <a:avLst/>
              </a:prstGeom>
              <a:noFill/>
            </p:spPr>
            <p:txBody>
              <a:bodyPr wrap="square">
                <a:spAutoFit/>
              </a:bodyPr>
              <a:lstStyle/>
              <a:p>
                <a:r>
                  <a:rPr lang="en-US" altLang="ja-JP" sz="2000">
                    <a:solidFill>
                      <a:schemeClr val="tx1">
                        <a:lumMod val="85000"/>
                        <a:lumOff val="15000"/>
                      </a:schemeClr>
                    </a:solidFill>
                    <a:latin typeface="原稿用標準書体" panose="03000503000000000000" pitchFamily="66" charset="-128"/>
                    <a:ea typeface="原稿用標準書体" panose="03000503000000000000" pitchFamily="66" charset="-128"/>
                  </a:rPr>
                  <a:t>HH:mm</a:t>
                </a:r>
                <a:endParaRPr lang="ja-JP" altLang="en-US"/>
              </a:p>
            </p:txBody>
          </p:sp>
          <p:sp>
            <p:nvSpPr>
              <p:cNvPr id="41" name="テキスト ボックス 40">
                <a:extLst>
                  <a:ext uri="{FF2B5EF4-FFF2-40B4-BE49-F238E27FC236}">
                    <a16:creationId xmlns:a16="http://schemas.microsoft.com/office/drawing/2014/main" id="{38D7BB01-DF1F-D8A5-A3B7-3260CAF695EC}"/>
                  </a:ext>
                </a:extLst>
              </p:cNvPr>
              <p:cNvSpPr txBox="1"/>
              <p:nvPr/>
            </p:nvSpPr>
            <p:spPr>
              <a:xfrm>
                <a:off x="6408944" y="3493560"/>
                <a:ext cx="1107996" cy="338554"/>
              </a:xfrm>
              <a:prstGeom prst="rect">
                <a:avLst/>
              </a:prstGeom>
              <a:noFill/>
            </p:spPr>
            <p:txBody>
              <a:bodyPr wrap="none" rtlCol="0">
                <a:spAutoFit/>
              </a:bodyPr>
              <a:lstStyle/>
              <a:p>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Chapter</a:t>
                </a:r>
                <a:r>
                  <a:rPr lang="ja-JP" altLang="en-US" sz="1600" b="1">
                    <a:solidFill>
                      <a:schemeClr val="tx1">
                        <a:lumMod val="85000"/>
                        <a:lumOff val="15000"/>
                      </a:schemeClr>
                    </a:solidFill>
                    <a:latin typeface="原稿用標準書体" panose="03000503000000000000" pitchFamily="66" charset="-128"/>
                    <a:ea typeface="原稿用標準書体" panose="03000503000000000000" pitchFamily="66" charset="-128"/>
                  </a:rPr>
                  <a:t> </a:t>
                </a:r>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0</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grpSp>
      <p:grpSp>
        <p:nvGrpSpPr>
          <p:cNvPr id="44" name="グループ化 43">
            <a:extLst>
              <a:ext uri="{FF2B5EF4-FFF2-40B4-BE49-F238E27FC236}">
                <a16:creationId xmlns:a16="http://schemas.microsoft.com/office/drawing/2014/main" id="{22436152-91F2-1BE9-3E8A-A9ABD9E39CB8}"/>
              </a:ext>
            </a:extLst>
          </p:cNvPr>
          <p:cNvGrpSpPr/>
          <p:nvPr/>
        </p:nvGrpSpPr>
        <p:grpSpPr>
          <a:xfrm>
            <a:off x="169071" y="5261608"/>
            <a:ext cx="1975684" cy="1396119"/>
            <a:chOff x="163586" y="134635"/>
            <a:chExt cx="1975684" cy="1396119"/>
          </a:xfrm>
        </p:grpSpPr>
        <p:grpSp>
          <p:nvGrpSpPr>
            <p:cNvPr id="46" name="グループ化 45">
              <a:extLst>
                <a:ext uri="{FF2B5EF4-FFF2-40B4-BE49-F238E27FC236}">
                  <a16:creationId xmlns:a16="http://schemas.microsoft.com/office/drawing/2014/main" id="{11FDC953-6DF8-CABF-2585-D25F763348AA}"/>
                </a:ext>
              </a:extLst>
            </p:cNvPr>
            <p:cNvGrpSpPr/>
            <p:nvPr/>
          </p:nvGrpSpPr>
          <p:grpSpPr>
            <a:xfrm>
              <a:off x="163586" y="134635"/>
              <a:ext cx="1975684" cy="1396119"/>
              <a:chOff x="163586" y="134635"/>
              <a:chExt cx="1975684" cy="1396119"/>
            </a:xfrm>
          </p:grpSpPr>
          <p:pic>
            <p:nvPicPr>
              <p:cNvPr id="52" name="図 51">
                <a:extLst>
                  <a:ext uri="{FF2B5EF4-FFF2-40B4-BE49-F238E27FC236}">
                    <a16:creationId xmlns:a16="http://schemas.microsoft.com/office/drawing/2014/main" id="{921CFFF4-776E-8BE6-B7E2-16BC2BFE38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54" name="楕円 53">
                <a:extLst>
                  <a:ext uri="{FF2B5EF4-FFF2-40B4-BE49-F238E27FC236}">
                    <a16:creationId xmlns:a16="http://schemas.microsoft.com/office/drawing/2014/main" id="{95C5CC2C-2DD3-1A11-8CCC-47B6685DF13B}"/>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0" name="図 49">
              <a:extLst>
                <a:ext uri="{FF2B5EF4-FFF2-40B4-BE49-F238E27FC236}">
                  <a16:creationId xmlns:a16="http://schemas.microsoft.com/office/drawing/2014/main" id="{372960F8-F387-87A2-6B8D-FB432AF52C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Tree>
    <p:extLst>
      <p:ext uri="{BB962C8B-B14F-4D97-AF65-F5344CB8AC3E}">
        <p14:creationId xmlns:p14="http://schemas.microsoft.com/office/powerpoint/2010/main" val="732962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A4F3"/>
        </a:solidFill>
        <a:effectLst/>
      </p:bgPr>
    </p:bg>
    <p:spTree>
      <p:nvGrpSpPr>
        <p:cNvPr id="1" name="">
          <a:extLst>
            <a:ext uri="{FF2B5EF4-FFF2-40B4-BE49-F238E27FC236}">
              <a16:creationId xmlns:a16="http://schemas.microsoft.com/office/drawing/2014/main" id="{0E23236E-F7D4-4CDF-B7A0-F491E75298A0}"/>
            </a:ext>
          </a:extLst>
        </p:cNvPr>
        <p:cNvGrpSpPr/>
        <p:nvPr/>
      </p:nvGrpSpPr>
      <p:grpSpPr>
        <a:xfrm>
          <a:off x="0" y="0"/>
          <a:ext cx="0" cy="0"/>
          <a:chOff x="0" y="0"/>
          <a:chExt cx="0" cy="0"/>
        </a:xfrm>
      </p:grpSpPr>
      <p:sp>
        <p:nvSpPr>
          <p:cNvPr id="33" name="テキスト ボックス 32">
            <a:extLst>
              <a:ext uri="{FF2B5EF4-FFF2-40B4-BE49-F238E27FC236}">
                <a16:creationId xmlns:a16="http://schemas.microsoft.com/office/drawing/2014/main" id="{5E9F3A13-187D-B8EC-928A-A943A94C9AB4}"/>
              </a:ext>
            </a:extLst>
          </p:cNvPr>
          <p:cNvSpPr txBox="1"/>
          <p:nvPr/>
        </p:nvSpPr>
        <p:spPr>
          <a:xfrm>
            <a:off x="393726" y="202300"/>
            <a:ext cx="1210588" cy="707886"/>
          </a:xfrm>
          <a:prstGeom prst="rect">
            <a:avLst/>
          </a:prstGeom>
          <a:noFill/>
        </p:spPr>
        <p:txBody>
          <a:bodyPr wrap="none" rtlCol="0">
            <a:spAutoFit/>
          </a:bodyPr>
          <a:lstStyle/>
          <a:p>
            <a:pPr algn="ctr"/>
            <a:r>
              <a:rPr lang="en-US" altLang="ja-JP" sz="4000" b="1" dirty="0">
                <a:solidFill>
                  <a:schemeClr val="bg1">
                    <a:lumMod val="95000"/>
                  </a:schemeClr>
                </a:solidFill>
                <a:latin typeface="原稿用標準書体" panose="03000503000000000000" pitchFamily="66" charset="-128"/>
                <a:ea typeface="原稿用標準書体" panose="03000503000000000000" pitchFamily="66" charset="-128"/>
              </a:rPr>
              <a:t>LOAD</a:t>
            </a:r>
            <a:endParaRPr kumimoji="1" lang="ja-JP" altLang="en-US" sz="4800" b="1" dirty="0">
              <a:solidFill>
                <a:schemeClr val="bg1">
                  <a:lumMod val="95000"/>
                </a:schemeClr>
              </a:solidFill>
              <a:latin typeface="原稿用標準書体" panose="03000503000000000000" pitchFamily="66" charset="-128"/>
              <a:ea typeface="原稿用標準書体" panose="03000503000000000000" pitchFamily="66" charset="-128"/>
            </a:endParaRPr>
          </a:p>
        </p:txBody>
      </p:sp>
      <p:cxnSp>
        <p:nvCxnSpPr>
          <p:cNvPr id="35" name="直線コネクタ 34">
            <a:extLst>
              <a:ext uri="{FF2B5EF4-FFF2-40B4-BE49-F238E27FC236}">
                <a16:creationId xmlns:a16="http://schemas.microsoft.com/office/drawing/2014/main" id="{09C59D32-9D76-1DCC-FAA0-8ACE3856ECB5}"/>
              </a:ext>
            </a:extLst>
          </p:cNvPr>
          <p:cNvCxnSpPr>
            <a:cxnSpLocks/>
          </p:cNvCxnSpPr>
          <p:nvPr/>
        </p:nvCxnSpPr>
        <p:spPr>
          <a:xfrm flipH="1">
            <a:off x="-211707" y="916395"/>
            <a:ext cx="2238704" cy="0"/>
          </a:xfrm>
          <a:prstGeom prst="line">
            <a:avLst/>
          </a:prstGeom>
          <a:ln>
            <a:solidFill>
              <a:schemeClr val="bg1">
                <a:lumMod val="95000"/>
              </a:schemeClr>
            </a:solidFill>
            <a:headEnd type="arrow"/>
            <a:tailEnd type="arrow"/>
          </a:ln>
        </p:spPr>
        <p:style>
          <a:lnRef idx="2">
            <a:schemeClr val="accent1"/>
          </a:lnRef>
          <a:fillRef idx="0">
            <a:schemeClr val="accent1"/>
          </a:fillRef>
          <a:effectRef idx="1">
            <a:schemeClr val="accent1"/>
          </a:effectRef>
          <a:fontRef idx="minor">
            <a:schemeClr val="tx1"/>
          </a:fontRef>
        </p:style>
      </p:cxnSp>
      <p:grpSp>
        <p:nvGrpSpPr>
          <p:cNvPr id="39" name="グループ化 38">
            <a:extLst>
              <a:ext uri="{FF2B5EF4-FFF2-40B4-BE49-F238E27FC236}">
                <a16:creationId xmlns:a16="http://schemas.microsoft.com/office/drawing/2014/main" id="{AAD17709-9298-332F-57C5-BC32F3A6369E}"/>
              </a:ext>
            </a:extLst>
          </p:cNvPr>
          <p:cNvGrpSpPr/>
          <p:nvPr/>
        </p:nvGrpSpPr>
        <p:grpSpPr>
          <a:xfrm>
            <a:off x="11576392" y="3863211"/>
            <a:ext cx="236362" cy="2284060"/>
            <a:chOff x="11044871" y="4022147"/>
            <a:chExt cx="236362" cy="2031812"/>
          </a:xfrm>
        </p:grpSpPr>
        <p:sp>
          <p:nvSpPr>
            <p:cNvPr id="31" name="四角形: 角を丸くする 30">
              <a:extLst>
                <a:ext uri="{FF2B5EF4-FFF2-40B4-BE49-F238E27FC236}">
                  <a16:creationId xmlns:a16="http://schemas.microsoft.com/office/drawing/2014/main" id="{69701F12-C61F-0698-08A4-A563924BDD60}"/>
                </a:ext>
              </a:extLst>
            </p:cNvPr>
            <p:cNvSpPr/>
            <p:nvPr/>
          </p:nvSpPr>
          <p:spPr>
            <a:xfrm>
              <a:off x="11044871" y="4022147"/>
              <a:ext cx="236362" cy="2031812"/>
            </a:xfrm>
            <a:prstGeom prst="roundRect">
              <a:avLst/>
            </a:prstGeom>
            <a:no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38" name="四角形: 角を丸くする 37">
              <a:extLst>
                <a:ext uri="{FF2B5EF4-FFF2-40B4-BE49-F238E27FC236}">
                  <a16:creationId xmlns:a16="http://schemas.microsoft.com/office/drawing/2014/main" id="{34C3235B-09FA-4DE0-ACC9-A849B752BDE5}"/>
                </a:ext>
              </a:extLst>
            </p:cNvPr>
            <p:cNvSpPr/>
            <p:nvPr/>
          </p:nvSpPr>
          <p:spPr>
            <a:xfrm>
              <a:off x="11066205" y="4094529"/>
              <a:ext cx="193695" cy="571313"/>
            </a:xfrm>
            <a:prstGeom prst="roundRec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22" name="グループ化 21">
            <a:extLst>
              <a:ext uri="{FF2B5EF4-FFF2-40B4-BE49-F238E27FC236}">
                <a16:creationId xmlns:a16="http://schemas.microsoft.com/office/drawing/2014/main" id="{F588D0AC-7228-BD45-5669-10D97934F2C5}"/>
              </a:ext>
            </a:extLst>
          </p:cNvPr>
          <p:cNvGrpSpPr/>
          <p:nvPr/>
        </p:nvGrpSpPr>
        <p:grpSpPr>
          <a:xfrm>
            <a:off x="2440821" y="1178530"/>
            <a:ext cx="8486935" cy="1186295"/>
            <a:chOff x="1526425" y="935293"/>
            <a:chExt cx="8486935" cy="1186295"/>
          </a:xfrm>
        </p:grpSpPr>
        <p:sp>
          <p:nvSpPr>
            <p:cNvPr id="17" name="六角形 16">
              <a:extLst>
                <a:ext uri="{FF2B5EF4-FFF2-40B4-BE49-F238E27FC236}">
                  <a16:creationId xmlns:a16="http://schemas.microsoft.com/office/drawing/2014/main" id="{C8E1439C-976F-901F-8D12-25D471F0213E}"/>
                </a:ext>
              </a:extLst>
            </p:cNvPr>
            <p:cNvSpPr/>
            <p:nvPr/>
          </p:nvSpPr>
          <p:spPr>
            <a:xfrm>
              <a:off x="1531691" y="935293"/>
              <a:ext cx="8481669" cy="1186295"/>
            </a:xfrm>
            <a:prstGeom prst="hexagon">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20" name="六角形 19">
              <a:extLst>
                <a:ext uri="{FF2B5EF4-FFF2-40B4-BE49-F238E27FC236}">
                  <a16:creationId xmlns:a16="http://schemas.microsoft.com/office/drawing/2014/main" id="{8320D61F-B1BE-FB19-6482-4C18459815C1}"/>
                </a:ext>
              </a:extLst>
            </p:cNvPr>
            <p:cNvSpPr/>
            <p:nvPr/>
          </p:nvSpPr>
          <p:spPr>
            <a:xfrm>
              <a:off x="1526425" y="935293"/>
              <a:ext cx="1649148" cy="1186295"/>
            </a:xfrm>
            <a:prstGeom prst="hexagon">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13" name="テキスト ボックス 12">
              <a:extLst>
                <a:ext uri="{FF2B5EF4-FFF2-40B4-BE49-F238E27FC236}">
                  <a16:creationId xmlns:a16="http://schemas.microsoft.com/office/drawing/2014/main" id="{2BD29F45-416A-F45F-A47A-67B2494B14F5}"/>
                </a:ext>
              </a:extLst>
            </p:cNvPr>
            <p:cNvSpPr txBox="1"/>
            <p:nvPr/>
          </p:nvSpPr>
          <p:spPr>
            <a:xfrm>
              <a:off x="1950889" y="1112942"/>
              <a:ext cx="800219" cy="830997"/>
            </a:xfrm>
            <a:prstGeom prst="rect">
              <a:avLst/>
            </a:prstGeom>
            <a:noFill/>
          </p:spPr>
          <p:txBody>
            <a:bodyPr wrap="none" rtlCol="0">
              <a:spAutoFit/>
            </a:bodyPr>
            <a:lstStyle/>
            <a:p>
              <a:pPr algn="ctr"/>
              <a:r>
                <a:rPr lang="en-US" altLang="ja-JP" sz="2400" b="1" dirty="0">
                  <a:solidFill>
                    <a:schemeClr val="bg1">
                      <a:lumMod val="95000"/>
                    </a:schemeClr>
                  </a:solidFill>
                  <a:latin typeface="原稿用標準書体" panose="03000503000000000000" pitchFamily="66" charset="-128"/>
                  <a:ea typeface="原稿用標準書体" panose="03000503000000000000" pitchFamily="66" charset="-128"/>
                </a:rPr>
                <a:t>AUTO</a:t>
              </a:r>
              <a:br>
                <a:rPr lang="en-US" altLang="ja-JP" sz="2400" b="1" dirty="0">
                  <a:solidFill>
                    <a:schemeClr val="bg1">
                      <a:lumMod val="95000"/>
                    </a:schemeClr>
                  </a:solidFill>
                  <a:latin typeface="原稿用標準書体" panose="03000503000000000000" pitchFamily="66" charset="-128"/>
                  <a:ea typeface="原稿用標準書体" panose="03000503000000000000" pitchFamily="66" charset="-128"/>
                </a:rPr>
              </a:br>
              <a:r>
                <a:rPr lang="en-US" altLang="ja-JP" sz="2400" b="1" dirty="0">
                  <a:solidFill>
                    <a:schemeClr val="bg1">
                      <a:lumMod val="95000"/>
                    </a:schemeClr>
                  </a:solidFill>
                  <a:latin typeface="原稿用標準書体" panose="03000503000000000000" pitchFamily="66" charset="-128"/>
                  <a:ea typeface="原稿用標準書体" panose="03000503000000000000" pitchFamily="66" charset="-128"/>
                </a:rPr>
                <a:t>SAVE</a:t>
              </a:r>
              <a:endParaRPr kumimoji="1" lang="ja-JP" altLang="en-US" sz="3200" b="1" dirty="0">
                <a:solidFill>
                  <a:schemeClr val="bg1">
                    <a:lumMod val="95000"/>
                  </a:schemeClr>
                </a:solidFill>
                <a:latin typeface="原稿用標準書体" panose="03000503000000000000" pitchFamily="66" charset="-128"/>
                <a:ea typeface="原稿用標準書体" panose="03000503000000000000" pitchFamily="66" charset="-128"/>
              </a:endParaRPr>
            </a:p>
          </p:txBody>
        </p:sp>
      </p:grpSp>
      <p:grpSp>
        <p:nvGrpSpPr>
          <p:cNvPr id="60" name="グループ化 59">
            <a:extLst>
              <a:ext uri="{FF2B5EF4-FFF2-40B4-BE49-F238E27FC236}">
                <a16:creationId xmlns:a16="http://schemas.microsoft.com/office/drawing/2014/main" id="{F135BD6D-69C7-4BD3-3808-40462A39608C}"/>
              </a:ext>
            </a:extLst>
          </p:cNvPr>
          <p:cNvGrpSpPr/>
          <p:nvPr/>
        </p:nvGrpSpPr>
        <p:grpSpPr>
          <a:xfrm>
            <a:off x="8214158" y="1626697"/>
            <a:ext cx="2380516" cy="289960"/>
            <a:chOff x="8231923" y="1510868"/>
            <a:chExt cx="2380516" cy="289960"/>
          </a:xfrm>
        </p:grpSpPr>
        <p:sp>
          <p:nvSpPr>
            <p:cNvPr id="48" name="楕円 47">
              <a:extLst>
                <a:ext uri="{FF2B5EF4-FFF2-40B4-BE49-F238E27FC236}">
                  <a16:creationId xmlns:a16="http://schemas.microsoft.com/office/drawing/2014/main" id="{16224645-85BF-7DA9-83B7-9EE6AA5DDE81}"/>
                </a:ext>
              </a:extLst>
            </p:cNvPr>
            <p:cNvSpPr/>
            <p:nvPr/>
          </p:nvSpPr>
          <p:spPr>
            <a:xfrm>
              <a:off x="10322479"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49" name="ハート 48">
              <a:extLst>
                <a:ext uri="{FF2B5EF4-FFF2-40B4-BE49-F238E27FC236}">
                  <a16:creationId xmlns:a16="http://schemas.microsoft.com/office/drawing/2014/main" id="{61D4923A-E148-CB9A-808F-FD4BAA125651}"/>
                </a:ext>
              </a:extLst>
            </p:cNvPr>
            <p:cNvSpPr/>
            <p:nvPr/>
          </p:nvSpPr>
          <p:spPr>
            <a:xfrm>
              <a:off x="8231923"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1" name="楕円 50">
              <a:extLst>
                <a:ext uri="{FF2B5EF4-FFF2-40B4-BE49-F238E27FC236}">
                  <a16:creationId xmlns:a16="http://schemas.microsoft.com/office/drawing/2014/main" id="{813DD857-5D5F-51A4-4917-2346CEA92B37}"/>
                </a:ext>
              </a:extLst>
            </p:cNvPr>
            <p:cNvSpPr/>
            <p:nvPr/>
          </p:nvSpPr>
          <p:spPr>
            <a:xfrm>
              <a:off x="9277201"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3" name="楕円 52">
              <a:extLst>
                <a:ext uri="{FF2B5EF4-FFF2-40B4-BE49-F238E27FC236}">
                  <a16:creationId xmlns:a16="http://schemas.microsoft.com/office/drawing/2014/main" id="{B81CE896-1E7A-4C08-2211-B85BAD404D22}"/>
                </a:ext>
              </a:extLst>
            </p:cNvPr>
            <p:cNvSpPr/>
            <p:nvPr/>
          </p:nvSpPr>
          <p:spPr>
            <a:xfrm>
              <a:off x="9625628"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5" name="楕円 54">
              <a:extLst>
                <a:ext uri="{FF2B5EF4-FFF2-40B4-BE49-F238E27FC236}">
                  <a16:creationId xmlns:a16="http://schemas.microsoft.com/office/drawing/2014/main" id="{F5CB5EED-88DE-18E1-BC92-30BD3C8E8BA7}"/>
                </a:ext>
              </a:extLst>
            </p:cNvPr>
            <p:cNvSpPr/>
            <p:nvPr/>
          </p:nvSpPr>
          <p:spPr>
            <a:xfrm>
              <a:off x="9974055"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7" name="ハート 56">
              <a:extLst>
                <a:ext uri="{FF2B5EF4-FFF2-40B4-BE49-F238E27FC236}">
                  <a16:creationId xmlns:a16="http://schemas.microsoft.com/office/drawing/2014/main" id="{CFF04DBE-AD90-C8FB-57E8-6339B0AF46AD}"/>
                </a:ext>
              </a:extLst>
            </p:cNvPr>
            <p:cNvSpPr/>
            <p:nvPr/>
          </p:nvSpPr>
          <p:spPr>
            <a:xfrm>
              <a:off x="8580349"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59" name="ハート 58">
              <a:extLst>
                <a:ext uri="{FF2B5EF4-FFF2-40B4-BE49-F238E27FC236}">
                  <a16:creationId xmlns:a16="http://schemas.microsoft.com/office/drawing/2014/main" id="{28EBC3AA-C406-6DBC-E1DD-ED6875AA5C5E}"/>
                </a:ext>
              </a:extLst>
            </p:cNvPr>
            <p:cNvSpPr/>
            <p:nvPr/>
          </p:nvSpPr>
          <p:spPr>
            <a:xfrm>
              <a:off x="8928775"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23" name="グループ化 22">
            <a:extLst>
              <a:ext uri="{FF2B5EF4-FFF2-40B4-BE49-F238E27FC236}">
                <a16:creationId xmlns:a16="http://schemas.microsoft.com/office/drawing/2014/main" id="{A82B23E4-0564-8F63-606F-27DED6BF6A77}"/>
              </a:ext>
            </a:extLst>
          </p:cNvPr>
          <p:cNvGrpSpPr/>
          <p:nvPr/>
        </p:nvGrpSpPr>
        <p:grpSpPr>
          <a:xfrm>
            <a:off x="2440821" y="2808079"/>
            <a:ext cx="8486935" cy="1186295"/>
            <a:chOff x="1526425" y="935293"/>
            <a:chExt cx="8486935" cy="1186295"/>
          </a:xfrm>
        </p:grpSpPr>
        <p:sp>
          <p:nvSpPr>
            <p:cNvPr id="24" name="六角形 23">
              <a:extLst>
                <a:ext uri="{FF2B5EF4-FFF2-40B4-BE49-F238E27FC236}">
                  <a16:creationId xmlns:a16="http://schemas.microsoft.com/office/drawing/2014/main" id="{B908A617-A3F0-E10C-4FF5-683A4C41C7C9}"/>
                </a:ext>
              </a:extLst>
            </p:cNvPr>
            <p:cNvSpPr/>
            <p:nvPr/>
          </p:nvSpPr>
          <p:spPr>
            <a:xfrm>
              <a:off x="1531691" y="935293"/>
              <a:ext cx="8481669" cy="1186295"/>
            </a:xfrm>
            <a:prstGeom prst="hexagon">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25" name="六角形 24">
              <a:extLst>
                <a:ext uri="{FF2B5EF4-FFF2-40B4-BE49-F238E27FC236}">
                  <a16:creationId xmlns:a16="http://schemas.microsoft.com/office/drawing/2014/main" id="{7DA1EC2D-C265-BA9F-850A-0BA1AF0962AF}"/>
                </a:ext>
              </a:extLst>
            </p:cNvPr>
            <p:cNvSpPr/>
            <p:nvPr/>
          </p:nvSpPr>
          <p:spPr>
            <a:xfrm>
              <a:off x="1526425" y="935293"/>
              <a:ext cx="1649148" cy="1186295"/>
            </a:xfrm>
            <a:prstGeom prst="hexagon">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26" name="テキスト ボックス 25">
              <a:extLst>
                <a:ext uri="{FF2B5EF4-FFF2-40B4-BE49-F238E27FC236}">
                  <a16:creationId xmlns:a16="http://schemas.microsoft.com/office/drawing/2014/main" id="{0BD62D4B-E213-662F-50B6-91DEFA9C1E47}"/>
                </a:ext>
              </a:extLst>
            </p:cNvPr>
            <p:cNvSpPr txBox="1"/>
            <p:nvPr/>
          </p:nvSpPr>
          <p:spPr>
            <a:xfrm>
              <a:off x="1797001" y="1297608"/>
              <a:ext cx="1107996" cy="461665"/>
            </a:xfrm>
            <a:prstGeom prst="rect">
              <a:avLst/>
            </a:prstGeom>
            <a:noFill/>
          </p:spPr>
          <p:txBody>
            <a:bodyPr wrap="none" rtlCol="0">
              <a:spAutoFit/>
            </a:bodyPr>
            <a:lstStyle/>
            <a:p>
              <a:pPr algn="ctr"/>
              <a:r>
                <a:rPr lang="en-US" altLang="ja-JP" sz="2400" b="1" dirty="0">
                  <a:solidFill>
                    <a:schemeClr val="bg1">
                      <a:lumMod val="95000"/>
                    </a:schemeClr>
                  </a:solidFill>
                  <a:latin typeface="原稿用標準書体" panose="03000503000000000000" pitchFamily="66" charset="-128"/>
                  <a:ea typeface="原稿用標準書体" panose="03000503000000000000" pitchFamily="66" charset="-128"/>
                </a:rPr>
                <a:t>SAVE01</a:t>
              </a:r>
              <a:endParaRPr kumimoji="1" lang="ja-JP" altLang="en-US" sz="3200" b="1" dirty="0">
                <a:solidFill>
                  <a:schemeClr val="bg1">
                    <a:lumMod val="95000"/>
                  </a:schemeClr>
                </a:solidFill>
                <a:latin typeface="原稿用標準書体" panose="03000503000000000000" pitchFamily="66" charset="-128"/>
                <a:ea typeface="原稿用標準書体" panose="03000503000000000000" pitchFamily="66" charset="-128"/>
              </a:endParaRPr>
            </a:p>
          </p:txBody>
        </p:sp>
      </p:grpSp>
      <p:grpSp>
        <p:nvGrpSpPr>
          <p:cNvPr id="67" name="グループ化 66">
            <a:extLst>
              <a:ext uri="{FF2B5EF4-FFF2-40B4-BE49-F238E27FC236}">
                <a16:creationId xmlns:a16="http://schemas.microsoft.com/office/drawing/2014/main" id="{4705B6D7-DEDB-A974-5B1E-3C9A481705A9}"/>
              </a:ext>
            </a:extLst>
          </p:cNvPr>
          <p:cNvGrpSpPr/>
          <p:nvPr/>
        </p:nvGrpSpPr>
        <p:grpSpPr>
          <a:xfrm>
            <a:off x="8214158" y="3276866"/>
            <a:ext cx="2380516" cy="289960"/>
            <a:chOff x="8231923" y="1510868"/>
            <a:chExt cx="2380516" cy="289960"/>
          </a:xfrm>
        </p:grpSpPr>
        <p:sp>
          <p:nvSpPr>
            <p:cNvPr id="68" name="楕円 67">
              <a:extLst>
                <a:ext uri="{FF2B5EF4-FFF2-40B4-BE49-F238E27FC236}">
                  <a16:creationId xmlns:a16="http://schemas.microsoft.com/office/drawing/2014/main" id="{D0809903-1821-4038-6ABC-D10BABEBFD37}"/>
                </a:ext>
              </a:extLst>
            </p:cNvPr>
            <p:cNvSpPr/>
            <p:nvPr/>
          </p:nvSpPr>
          <p:spPr>
            <a:xfrm>
              <a:off x="10322479" y="1510868"/>
              <a:ext cx="289960" cy="289960"/>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69" name="ハート 68">
              <a:extLst>
                <a:ext uri="{FF2B5EF4-FFF2-40B4-BE49-F238E27FC236}">
                  <a16:creationId xmlns:a16="http://schemas.microsoft.com/office/drawing/2014/main" id="{7CF4E15B-025C-E66D-686D-DD24BCFDE56F}"/>
                </a:ext>
              </a:extLst>
            </p:cNvPr>
            <p:cNvSpPr/>
            <p:nvPr/>
          </p:nvSpPr>
          <p:spPr>
            <a:xfrm>
              <a:off x="8231923"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0" name="楕円 69">
              <a:extLst>
                <a:ext uri="{FF2B5EF4-FFF2-40B4-BE49-F238E27FC236}">
                  <a16:creationId xmlns:a16="http://schemas.microsoft.com/office/drawing/2014/main" id="{935D9380-F556-AA16-9EF0-69412558DB36}"/>
                </a:ext>
              </a:extLst>
            </p:cNvPr>
            <p:cNvSpPr/>
            <p:nvPr/>
          </p:nvSpPr>
          <p:spPr>
            <a:xfrm>
              <a:off x="9277201"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1" name="楕円 70">
              <a:extLst>
                <a:ext uri="{FF2B5EF4-FFF2-40B4-BE49-F238E27FC236}">
                  <a16:creationId xmlns:a16="http://schemas.microsoft.com/office/drawing/2014/main" id="{4E43FCF5-C9A1-991D-E485-0D4E67989A87}"/>
                </a:ext>
              </a:extLst>
            </p:cNvPr>
            <p:cNvSpPr/>
            <p:nvPr/>
          </p:nvSpPr>
          <p:spPr>
            <a:xfrm>
              <a:off x="9625628"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2" name="楕円 71">
              <a:extLst>
                <a:ext uri="{FF2B5EF4-FFF2-40B4-BE49-F238E27FC236}">
                  <a16:creationId xmlns:a16="http://schemas.microsoft.com/office/drawing/2014/main" id="{55B1C546-D775-9867-DC0F-05A96194CD58}"/>
                </a:ext>
              </a:extLst>
            </p:cNvPr>
            <p:cNvSpPr/>
            <p:nvPr/>
          </p:nvSpPr>
          <p:spPr>
            <a:xfrm>
              <a:off x="9974055"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3" name="ハート 72">
              <a:extLst>
                <a:ext uri="{FF2B5EF4-FFF2-40B4-BE49-F238E27FC236}">
                  <a16:creationId xmlns:a16="http://schemas.microsoft.com/office/drawing/2014/main" id="{6410EA88-934E-EFD6-A96C-7E4FC43577A8}"/>
                </a:ext>
              </a:extLst>
            </p:cNvPr>
            <p:cNvSpPr/>
            <p:nvPr/>
          </p:nvSpPr>
          <p:spPr>
            <a:xfrm>
              <a:off x="8580349"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74" name="ハート 73">
              <a:extLst>
                <a:ext uri="{FF2B5EF4-FFF2-40B4-BE49-F238E27FC236}">
                  <a16:creationId xmlns:a16="http://schemas.microsoft.com/office/drawing/2014/main" id="{CF796646-2749-06D1-A608-410435D8A14C}"/>
                </a:ext>
              </a:extLst>
            </p:cNvPr>
            <p:cNvSpPr/>
            <p:nvPr/>
          </p:nvSpPr>
          <p:spPr>
            <a:xfrm>
              <a:off x="8928775"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27" name="グループ化 26">
            <a:extLst>
              <a:ext uri="{FF2B5EF4-FFF2-40B4-BE49-F238E27FC236}">
                <a16:creationId xmlns:a16="http://schemas.microsoft.com/office/drawing/2014/main" id="{F7945C27-3EA4-0249-FA9D-A133F89A012F}"/>
              </a:ext>
            </a:extLst>
          </p:cNvPr>
          <p:cNvGrpSpPr/>
          <p:nvPr/>
        </p:nvGrpSpPr>
        <p:grpSpPr>
          <a:xfrm>
            <a:off x="2440821" y="4437628"/>
            <a:ext cx="8486935" cy="1186295"/>
            <a:chOff x="1526425" y="935293"/>
            <a:chExt cx="8486935" cy="1186295"/>
          </a:xfrm>
        </p:grpSpPr>
        <p:sp>
          <p:nvSpPr>
            <p:cNvPr id="28" name="六角形 27">
              <a:extLst>
                <a:ext uri="{FF2B5EF4-FFF2-40B4-BE49-F238E27FC236}">
                  <a16:creationId xmlns:a16="http://schemas.microsoft.com/office/drawing/2014/main" id="{C0F3AA86-70EA-3424-972A-6F03FC8E7C59}"/>
                </a:ext>
              </a:extLst>
            </p:cNvPr>
            <p:cNvSpPr/>
            <p:nvPr/>
          </p:nvSpPr>
          <p:spPr>
            <a:xfrm>
              <a:off x="1531691" y="935293"/>
              <a:ext cx="8481669" cy="1186295"/>
            </a:xfrm>
            <a:prstGeom prst="hexagon">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29" name="六角形 28">
              <a:extLst>
                <a:ext uri="{FF2B5EF4-FFF2-40B4-BE49-F238E27FC236}">
                  <a16:creationId xmlns:a16="http://schemas.microsoft.com/office/drawing/2014/main" id="{E938D320-2961-6304-3EDC-29CCCB2B44C6}"/>
                </a:ext>
              </a:extLst>
            </p:cNvPr>
            <p:cNvSpPr/>
            <p:nvPr/>
          </p:nvSpPr>
          <p:spPr>
            <a:xfrm>
              <a:off x="1526425" y="935293"/>
              <a:ext cx="1649148" cy="1186295"/>
            </a:xfrm>
            <a:prstGeom prst="hexagon">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30" name="テキスト ボックス 29">
              <a:extLst>
                <a:ext uri="{FF2B5EF4-FFF2-40B4-BE49-F238E27FC236}">
                  <a16:creationId xmlns:a16="http://schemas.microsoft.com/office/drawing/2014/main" id="{22102ADA-C28C-8F5C-EDB7-3B32F7E452E5}"/>
                </a:ext>
              </a:extLst>
            </p:cNvPr>
            <p:cNvSpPr txBox="1"/>
            <p:nvPr/>
          </p:nvSpPr>
          <p:spPr>
            <a:xfrm>
              <a:off x="1797001" y="1297608"/>
              <a:ext cx="1107996" cy="461665"/>
            </a:xfrm>
            <a:prstGeom prst="rect">
              <a:avLst/>
            </a:prstGeom>
            <a:noFill/>
          </p:spPr>
          <p:txBody>
            <a:bodyPr wrap="none" rtlCol="0">
              <a:spAutoFit/>
            </a:bodyPr>
            <a:lstStyle/>
            <a:p>
              <a:pPr algn="ctr"/>
              <a:r>
                <a:rPr lang="en-US" altLang="ja-JP" sz="2400" b="1" dirty="0">
                  <a:solidFill>
                    <a:schemeClr val="bg1">
                      <a:lumMod val="95000"/>
                    </a:schemeClr>
                  </a:solidFill>
                  <a:latin typeface="原稿用標準書体" panose="03000503000000000000" pitchFamily="66" charset="-128"/>
                  <a:ea typeface="原稿用標準書体" panose="03000503000000000000" pitchFamily="66" charset="-128"/>
                </a:rPr>
                <a:t>SAVE02</a:t>
              </a:r>
              <a:endParaRPr kumimoji="1" lang="ja-JP" altLang="en-US" sz="3200" b="1" dirty="0">
                <a:solidFill>
                  <a:schemeClr val="bg1">
                    <a:lumMod val="95000"/>
                  </a:schemeClr>
                </a:solidFill>
                <a:latin typeface="原稿用標準書体" panose="03000503000000000000" pitchFamily="66" charset="-128"/>
                <a:ea typeface="原稿用標準書体" panose="03000503000000000000" pitchFamily="66" charset="-128"/>
              </a:endParaRPr>
            </a:p>
          </p:txBody>
        </p:sp>
      </p:grpSp>
      <p:grpSp>
        <p:nvGrpSpPr>
          <p:cNvPr id="82" name="グループ化 81">
            <a:extLst>
              <a:ext uri="{FF2B5EF4-FFF2-40B4-BE49-F238E27FC236}">
                <a16:creationId xmlns:a16="http://schemas.microsoft.com/office/drawing/2014/main" id="{A3DA4F3A-C71E-74C3-66A3-34774B1A38D7}"/>
              </a:ext>
            </a:extLst>
          </p:cNvPr>
          <p:cNvGrpSpPr/>
          <p:nvPr/>
        </p:nvGrpSpPr>
        <p:grpSpPr>
          <a:xfrm>
            <a:off x="8214158" y="4906415"/>
            <a:ext cx="2380516" cy="289960"/>
            <a:chOff x="8231923" y="1510868"/>
            <a:chExt cx="2380516" cy="289960"/>
          </a:xfrm>
          <a:solidFill>
            <a:schemeClr val="bg1">
              <a:lumMod val="50000"/>
            </a:schemeClr>
          </a:solidFill>
        </p:grpSpPr>
        <p:sp>
          <p:nvSpPr>
            <p:cNvPr id="83" name="楕円 82">
              <a:extLst>
                <a:ext uri="{FF2B5EF4-FFF2-40B4-BE49-F238E27FC236}">
                  <a16:creationId xmlns:a16="http://schemas.microsoft.com/office/drawing/2014/main" id="{88F2EF2E-F0E4-60FB-364C-4FC7ABAD85FF}"/>
                </a:ext>
              </a:extLst>
            </p:cNvPr>
            <p:cNvSpPr/>
            <p:nvPr/>
          </p:nvSpPr>
          <p:spPr>
            <a:xfrm>
              <a:off x="10322479" y="1510868"/>
              <a:ext cx="289960" cy="289960"/>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84" name="ハート 83">
              <a:extLst>
                <a:ext uri="{FF2B5EF4-FFF2-40B4-BE49-F238E27FC236}">
                  <a16:creationId xmlns:a16="http://schemas.microsoft.com/office/drawing/2014/main" id="{B322831F-D04D-1BA2-C64F-DA25386ECD05}"/>
                </a:ext>
              </a:extLst>
            </p:cNvPr>
            <p:cNvSpPr/>
            <p:nvPr/>
          </p:nvSpPr>
          <p:spPr>
            <a:xfrm>
              <a:off x="8231923" y="1510869"/>
              <a:ext cx="289959" cy="289959"/>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85" name="楕円 84">
              <a:extLst>
                <a:ext uri="{FF2B5EF4-FFF2-40B4-BE49-F238E27FC236}">
                  <a16:creationId xmlns:a16="http://schemas.microsoft.com/office/drawing/2014/main" id="{21F40F60-8333-76AC-7869-F83E1E40293C}"/>
                </a:ext>
              </a:extLst>
            </p:cNvPr>
            <p:cNvSpPr/>
            <p:nvPr/>
          </p:nvSpPr>
          <p:spPr>
            <a:xfrm>
              <a:off x="9277201" y="1510868"/>
              <a:ext cx="289960" cy="289960"/>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86" name="楕円 85">
              <a:extLst>
                <a:ext uri="{FF2B5EF4-FFF2-40B4-BE49-F238E27FC236}">
                  <a16:creationId xmlns:a16="http://schemas.microsoft.com/office/drawing/2014/main" id="{D65669BA-CF08-6E9D-6714-55D2DF798D77}"/>
                </a:ext>
              </a:extLst>
            </p:cNvPr>
            <p:cNvSpPr/>
            <p:nvPr/>
          </p:nvSpPr>
          <p:spPr>
            <a:xfrm>
              <a:off x="9625628" y="1510868"/>
              <a:ext cx="289960" cy="289960"/>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87" name="楕円 86">
              <a:extLst>
                <a:ext uri="{FF2B5EF4-FFF2-40B4-BE49-F238E27FC236}">
                  <a16:creationId xmlns:a16="http://schemas.microsoft.com/office/drawing/2014/main" id="{6F3537EA-8194-4FF3-B52F-3D5FB5C19184}"/>
                </a:ext>
              </a:extLst>
            </p:cNvPr>
            <p:cNvSpPr/>
            <p:nvPr/>
          </p:nvSpPr>
          <p:spPr>
            <a:xfrm>
              <a:off x="9974055" y="1510868"/>
              <a:ext cx="289960" cy="289960"/>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88" name="ハート 87">
              <a:extLst>
                <a:ext uri="{FF2B5EF4-FFF2-40B4-BE49-F238E27FC236}">
                  <a16:creationId xmlns:a16="http://schemas.microsoft.com/office/drawing/2014/main" id="{0E336B8C-5B9A-B34B-FEFB-29686B662117}"/>
                </a:ext>
              </a:extLst>
            </p:cNvPr>
            <p:cNvSpPr/>
            <p:nvPr/>
          </p:nvSpPr>
          <p:spPr>
            <a:xfrm>
              <a:off x="8580349" y="1510869"/>
              <a:ext cx="289959" cy="289959"/>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89" name="ハート 88">
              <a:extLst>
                <a:ext uri="{FF2B5EF4-FFF2-40B4-BE49-F238E27FC236}">
                  <a16:creationId xmlns:a16="http://schemas.microsoft.com/office/drawing/2014/main" id="{1F7C1CB2-9A56-4D61-B826-F31EC490E177}"/>
                </a:ext>
              </a:extLst>
            </p:cNvPr>
            <p:cNvSpPr/>
            <p:nvPr/>
          </p:nvSpPr>
          <p:spPr>
            <a:xfrm>
              <a:off x="8928775" y="1510869"/>
              <a:ext cx="289959" cy="289959"/>
            </a:xfrm>
            <a:prstGeom prst="ellipse">
              <a:avLst/>
            </a:prstGeom>
            <a:grp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96" name="グループ化 95">
            <a:extLst>
              <a:ext uri="{FF2B5EF4-FFF2-40B4-BE49-F238E27FC236}">
                <a16:creationId xmlns:a16="http://schemas.microsoft.com/office/drawing/2014/main" id="{4BB78F96-1D7C-9FF3-420D-6C1116E948F3}"/>
              </a:ext>
            </a:extLst>
          </p:cNvPr>
          <p:cNvGrpSpPr/>
          <p:nvPr/>
        </p:nvGrpSpPr>
        <p:grpSpPr>
          <a:xfrm>
            <a:off x="2440821" y="6067176"/>
            <a:ext cx="8486935" cy="1186295"/>
            <a:chOff x="1526425" y="935293"/>
            <a:chExt cx="8486935" cy="1186295"/>
          </a:xfrm>
        </p:grpSpPr>
        <p:sp>
          <p:nvSpPr>
            <p:cNvPr id="112" name="六角形 111">
              <a:extLst>
                <a:ext uri="{FF2B5EF4-FFF2-40B4-BE49-F238E27FC236}">
                  <a16:creationId xmlns:a16="http://schemas.microsoft.com/office/drawing/2014/main" id="{FAC6B494-EE9C-74E5-A03B-895CFC81169C}"/>
                </a:ext>
              </a:extLst>
            </p:cNvPr>
            <p:cNvSpPr/>
            <p:nvPr/>
          </p:nvSpPr>
          <p:spPr>
            <a:xfrm>
              <a:off x="1531691" y="935293"/>
              <a:ext cx="8481669" cy="1186295"/>
            </a:xfrm>
            <a:prstGeom prst="hexagon">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113" name="六角形 112">
              <a:extLst>
                <a:ext uri="{FF2B5EF4-FFF2-40B4-BE49-F238E27FC236}">
                  <a16:creationId xmlns:a16="http://schemas.microsoft.com/office/drawing/2014/main" id="{1AC9AA81-C83C-9C24-2B0F-0BC8F07AAE4C}"/>
                </a:ext>
              </a:extLst>
            </p:cNvPr>
            <p:cNvSpPr/>
            <p:nvPr/>
          </p:nvSpPr>
          <p:spPr>
            <a:xfrm>
              <a:off x="1526425" y="935293"/>
              <a:ext cx="1649148" cy="1186295"/>
            </a:xfrm>
            <a:prstGeom prst="hexagon">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原稿用標準書体" panose="03000503000000000000" pitchFamily="66" charset="-128"/>
                <a:ea typeface="原稿用標準書体" panose="03000503000000000000" pitchFamily="66" charset="-128"/>
              </a:endParaRPr>
            </a:p>
          </p:txBody>
        </p:sp>
        <p:sp>
          <p:nvSpPr>
            <p:cNvPr id="114" name="テキスト ボックス 113">
              <a:extLst>
                <a:ext uri="{FF2B5EF4-FFF2-40B4-BE49-F238E27FC236}">
                  <a16:creationId xmlns:a16="http://schemas.microsoft.com/office/drawing/2014/main" id="{61D79A3B-F45B-5B72-B73D-40EFFEF08BCB}"/>
                </a:ext>
              </a:extLst>
            </p:cNvPr>
            <p:cNvSpPr txBox="1"/>
            <p:nvPr/>
          </p:nvSpPr>
          <p:spPr>
            <a:xfrm>
              <a:off x="1797001" y="1297608"/>
              <a:ext cx="1107996" cy="461665"/>
            </a:xfrm>
            <a:prstGeom prst="rect">
              <a:avLst/>
            </a:prstGeom>
            <a:noFill/>
          </p:spPr>
          <p:txBody>
            <a:bodyPr wrap="none" rtlCol="0">
              <a:spAutoFit/>
            </a:bodyPr>
            <a:lstStyle/>
            <a:p>
              <a:pPr algn="ctr"/>
              <a:r>
                <a:rPr lang="en-US" altLang="ja-JP" sz="2400" b="1" dirty="0">
                  <a:solidFill>
                    <a:schemeClr val="bg1">
                      <a:lumMod val="95000"/>
                    </a:schemeClr>
                  </a:solidFill>
                  <a:latin typeface="原稿用標準書体" panose="03000503000000000000" pitchFamily="66" charset="-128"/>
                  <a:ea typeface="原稿用標準書体" panose="03000503000000000000" pitchFamily="66" charset="-128"/>
                </a:rPr>
                <a:t>SAVE03</a:t>
              </a:r>
              <a:endParaRPr kumimoji="1" lang="ja-JP" altLang="en-US" sz="3200" b="1" dirty="0">
                <a:solidFill>
                  <a:schemeClr val="bg1">
                    <a:lumMod val="95000"/>
                  </a:schemeClr>
                </a:solidFill>
                <a:latin typeface="原稿用標準書体" panose="03000503000000000000" pitchFamily="66" charset="-128"/>
                <a:ea typeface="原稿用標準書体" panose="03000503000000000000" pitchFamily="66" charset="-128"/>
              </a:endParaRPr>
            </a:p>
          </p:txBody>
        </p:sp>
      </p:grpSp>
      <p:grpSp>
        <p:nvGrpSpPr>
          <p:cNvPr id="100" name="グループ化 99">
            <a:extLst>
              <a:ext uri="{FF2B5EF4-FFF2-40B4-BE49-F238E27FC236}">
                <a16:creationId xmlns:a16="http://schemas.microsoft.com/office/drawing/2014/main" id="{BC5D6038-8DA7-5A6C-9B89-D7507BDDBDC2}"/>
              </a:ext>
            </a:extLst>
          </p:cNvPr>
          <p:cNvGrpSpPr/>
          <p:nvPr/>
        </p:nvGrpSpPr>
        <p:grpSpPr>
          <a:xfrm>
            <a:off x="8214158" y="6535963"/>
            <a:ext cx="2380516" cy="289960"/>
            <a:chOff x="8231923" y="1510868"/>
            <a:chExt cx="2380516" cy="289960"/>
          </a:xfrm>
        </p:grpSpPr>
        <p:sp>
          <p:nvSpPr>
            <p:cNvPr id="101" name="楕円 100">
              <a:extLst>
                <a:ext uri="{FF2B5EF4-FFF2-40B4-BE49-F238E27FC236}">
                  <a16:creationId xmlns:a16="http://schemas.microsoft.com/office/drawing/2014/main" id="{9D2BEF79-B972-E1B0-67F2-DFC45E0126BE}"/>
                </a:ext>
              </a:extLst>
            </p:cNvPr>
            <p:cNvSpPr/>
            <p:nvPr/>
          </p:nvSpPr>
          <p:spPr>
            <a:xfrm>
              <a:off x="10322479"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2" name="ハート 101">
              <a:extLst>
                <a:ext uri="{FF2B5EF4-FFF2-40B4-BE49-F238E27FC236}">
                  <a16:creationId xmlns:a16="http://schemas.microsoft.com/office/drawing/2014/main" id="{012E8BD4-86D5-BE3B-E544-866FAE355003}"/>
                </a:ext>
              </a:extLst>
            </p:cNvPr>
            <p:cNvSpPr/>
            <p:nvPr/>
          </p:nvSpPr>
          <p:spPr>
            <a:xfrm>
              <a:off x="8231923"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3" name="楕円 102">
              <a:extLst>
                <a:ext uri="{FF2B5EF4-FFF2-40B4-BE49-F238E27FC236}">
                  <a16:creationId xmlns:a16="http://schemas.microsoft.com/office/drawing/2014/main" id="{65C75B8B-2EF9-67D2-7091-D433063EC086}"/>
                </a:ext>
              </a:extLst>
            </p:cNvPr>
            <p:cNvSpPr/>
            <p:nvPr/>
          </p:nvSpPr>
          <p:spPr>
            <a:xfrm>
              <a:off x="9277201"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4" name="楕円 103">
              <a:extLst>
                <a:ext uri="{FF2B5EF4-FFF2-40B4-BE49-F238E27FC236}">
                  <a16:creationId xmlns:a16="http://schemas.microsoft.com/office/drawing/2014/main" id="{ED3E8843-C024-3402-ACB5-0726827251E1}"/>
                </a:ext>
              </a:extLst>
            </p:cNvPr>
            <p:cNvSpPr/>
            <p:nvPr/>
          </p:nvSpPr>
          <p:spPr>
            <a:xfrm>
              <a:off x="9625628"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5" name="楕円 104">
              <a:extLst>
                <a:ext uri="{FF2B5EF4-FFF2-40B4-BE49-F238E27FC236}">
                  <a16:creationId xmlns:a16="http://schemas.microsoft.com/office/drawing/2014/main" id="{E497D1FD-7771-FF60-825A-7F2FA7A07956}"/>
                </a:ext>
              </a:extLst>
            </p:cNvPr>
            <p:cNvSpPr/>
            <p:nvPr/>
          </p:nvSpPr>
          <p:spPr>
            <a:xfrm>
              <a:off x="9974055" y="1510868"/>
              <a:ext cx="289960" cy="289960"/>
            </a:xfrm>
            <a:prstGeom prst="ellipse">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6" name="ハート 105">
              <a:extLst>
                <a:ext uri="{FF2B5EF4-FFF2-40B4-BE49-F238E27FC236}">
                  <a16:creationId xmlns:a16="http://schemas.microsoft.com/office/drawing/2014/main" id="{D2101C24-0C1F-3E49-8E8A-0EC97992AB45}"/>
                </a:ext>
              </a:extLst>
            </p:cNvPr>
            <p:cNvSpPr/>
            <p:nvPr/>
          </p:nvSpPr>
          <p:spPr>
            <a:xfrm>
              <a:off x="8580349"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sp>
          <p:nvSpPr>
            <p:cNvPr id="107" name="ハート 106">
              <a:extLst>
                <a:ext uri="{FF2B5EF4-FFF2-40B4-BE49-F238E27FC236}">
                  <a16:creationId xmlns:a16="http://schemas.microsoft.com/office/drawing/2014/main" id="{5019409F-265E-C129-148C-48AEDD0230C0}"/>
                </a:ext>
              </a:extLst>
            </p:cNvPr>
            <p:cNvSpPr/>
            <p:nvPr/>
          </p:nvSpPr>
          <p:spPr>
            <a:xfrm>
              <a:off x="8928775" y="1510869"/>
              <a:ext cx="289959" cy="289959"/>
            </a:xfrm>
            <a:prstGeom prst="heart">
              <a:avLst/>
            </a:prstGeom>
            <a:solidFill>
              <a:srgbClr val="FF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原稿用標準書体" panose="03000503000000000000" pitchFamily="66" charset="-128"/>
                <a:ea typeface="原稿用標準書体" panose="03000503000000000000" pitchFamily="66" charset="-128"/>
              </a:endParaRPr>
            </a:p>
          </p:txBody>
        </p:sp>
      </p:grpSp>
      <p:grpSp>
        <p:nvGrpSpPr>
          <p:cNvPr id="10" name="グループ化 9">
            <a:extLst>
              <a:ext uri="{FF2B5EF4-FFF2-40B4-BE49-F238E27FC236}">
                <a16:creationId xmlns:a16="http://schemas.microsoft.com/office/drawing/2014/main" id="{824B9FFC-0ABE-A5ED-116B-B2BF9F8C5357}"/>
              </a:ext>
            </a:extLst>
          </p:cNvPr>
          <p:cNvGrpSpPr/>
          <p:nvPr/>
        </p:nvGrpSpPr>
        <p:grpSpPr>
          <a:xfrm>
            <a:off x="4266558" y="2945547"/>
            <a:ext cx="3256407" cy="963346"/>
            <a:chOff x="4260533" y="2945547"/>
            <a:chExt cx="3256407" cy="963346"/>
          </a:xfrm>
        </p:grpSpPr>
        <p:grpSp>
          <p:nvGrpSpPr>
            <p:cNvPr id="66" name="グループ化 65">
              <a:extLst>
                <a:ext uri="{FF2B5EF4-FFF2-40B4-BE49-F238E27FC236}">
                  <a16:creationId xmlns:a16="http://schemas.microsoft.com/office/drawing/2014/main" id="{FDC8741B-2127-F86D-D95F-47A5431146E1}"/>
                </a:ext>
              </a:extLst>
            </p:cNvPr>
            <p:cNvGrpSpPr/>
            <p:nvPr/>
          </p:nvGrpSpPr>
          <p:grpSpPr>
            <a:xfrm>
              <a:off x="4260533" y="2945547"/>
              <a:ext cx="3069555" cy="400110"/>
              <a:chOff x="4472608" y="1805236"/>
              <a:chExt cx="3069555" cy="400110"/>
            </a:xfrm>
          </p:grpSpPr>
          <p:sp>
            <p:nvSpPr>
              <p:cNvPr id="75" name="テキスト ボックス 74">
                <a:extLst>
                  <a:ext uri="{FF2B5EF4-FFF2-40B4-BE49-F238E27FC236}">
                    <a16:creationId xmlns:a16="http://schemas.microsoft.com/office/drawing/2014/main" id="{C7CB5249-2193-CE32-B134-A1D6C1F0BE5B}"/>
                  </a:ext>
                </a:extLst>
              </p:cNvPr>
              <p:cNvSpPr txBox="1"/>
              <p:nvPr/>
            </p:nvSpPr>
            <p:spPr>
              <a:xfrm>
                <a:off x="4472608" y="1866792"/>
                <a:ext cx="595035" cy="338554"/>
              </a:xfrm>
              <a:prstGeom prst="rect">
                <a:avLst/>
              </a:prstGeom>
              <a:noFill/>
            </p:spPr>
            <p:txBody>
              <a:bodyPr wrap="none" rtlCol="0">
                <a:spAutoFit/>
              </a:bodyPr>
              <a:lstStyle/>
              <a:p>
                <a:pPr algn="ctr"/>
                <a:r>
                  <a:rPr lang="en-US" altLang="ja-JP" sz="1600" b="1" dirty="0">
                    <a:solidFill>
                      <a:schemeClr val="tx1">
                        <a:lumMod val="85000"/>
                        <a:lumOff val="15000"/>
                      </a:schemeClr>
                    </a:solidFill>
                    <a:latin typeface="原稿用標準書体" panose="03000503000000000000" pitchFamily="66" charset="-128"/>
                    <a:ea typeface="原稿用標準書体" panose="03000503000000000000" pitchFamily="66" charset="-128"/>
                  </a:rPr>
                  <a:t>Date</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76" name="テキスト ボックス 75">
                <a:extLst>
                  <a:ext uri="{FF2B5EF4-FFF2-40B4-BE49-F238E27FC236}">
                    <a16:creationId xmlns:a16="http://schemas.microsoft.com/office/drawing/2014/main" id="{611340F1-16E1-BA40-52CD-3A21E9CF6839}"/>
                  </a:ext>
                </a:extLst>
              </p:cNvPr>
              <p:cNvSpPr txBox="1"/>
              <p:nvPr/>
            </p:nvSpPr>
            <p:spPr>
              <a:xfrm>
                <a:off x="5177413" y="1805236"/>
                <a:ext cx="2364750" cy="400110"/>
              </a:xfrm>
              <a:prstGeom prst="rect">
                <a:avLst/>
              </a:prstGeom>
              <a:noFill/>
            </p:spPr>
            <p:txBody>
              <a:bodyPr wrap="none" rtlCol="0">
                <a:spAutoFit/>
              </a:bodyPr>
              <a:lstStyle/>
              <a:p>
                <a:pPr algn="ctr"/>
                <a:r>
                  <a:rPr lang="en-US" altLang="ja-JP" sz="2000" dirty="0">
                    <a:solidFill>
                      <a:schemeClr val="tx1">
                        <a:lumMod val="85000"/>
                        <a:lumOff val="15000"/>
                      </a:schemeClr>
                    </a:solidFill>
                    <a:latin typeface="原稿用標準書体" panose="03000503000000000000" pitchFamily="66" charset="-128"/>
                    <a:ea typeface="原稿用標準書体" panose="03000503000000000000" pitchFamily="66" charset="-128"/>
                  </a:rPr>
                  <a:t>YYYY/MM/DD</a:t>
                </a:r>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rPr>
                  <a:t>　</a:t>
                </a:r>
                <a:r>
                  <a:rPr lang="en-US" altLang="ja-JP" sz="2000" dirty="0" err="1">
                    <a:solidFill>
                      <a:schemeClr val="tx1">
                        <a:lumMod val="85000"/>
                        <a:lumOff val="15000"/>
                      </a:schemeClr>
                    </a:solidFill>
                    <a:latin typeface="原稿用標準書体" panose="03000503000000000000" pitchFamily="66" charset="-128"/>
                    <a:ea typeface="原稿用標準書体" panose="03000503000000000000" pitchFamily="66" charset="-128"/>
                  </a:rPr>
                  <a:t>HH:mm</a:t>
                </a:r>
                <a:endParaRPr kumimoji="1" lang="ja-JP" altLang="en-US" sz="2800"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grpSp>
          <p:nvGrpSpPr>
            <p:cNvPr id="9" name="グループ化 8">
              <a:extLst>
                <a:ext uri="{FF2B5EF4-FFF2-40B4-BE49-F238E27FC236}">
                  <a16:creationId xmlns:a16="http://schemas.microsoft.com/office/drawing/2014/main" id="{3D16ADA0-6500-2006-45EF-F530701E0CA6}"/>
                </a:ext>
              </a:extLst>
            </p:cNvPr>
            <p:cNvGrpSpPr/>
            <p:nvPr/>
          </p:nvGrpSpPr>
          <p:grpSpPr>
            <a:xfrm>
              <a:off x="4260535" y="3493560"/>
              <a:ext cx="3256405" cy="415333"/>
              <a:chOff x="4260535" y="3493560"/>
              <a:chExt cx="3256405" cy="415333"/>
            </a:xfrm>
          </p:grpSpPr>
          <p:sp>
            <p:nvSpPr>
              <p:cNvPr id="3" name="テキスト ボックス 2">
                <a:extLst>
                  <a:ext uri="{FF2B5EF4-FFF2-40B4-BE49-F238E27FC236}">
                    <a16:creationId xmlns:a16="http://schemas.microsoft.com/office/drawing/2014/main" id="{0164A01D-FB43-70F9-A156-A7AA8A0F6143}"/>
                  </a:ext>
                </a:extLst>
              </p:cNvPr>
              <p:cNvSpPr txBox="1"/>
              <p:nvPr/>
            </p:nvSpPr>
            <p:spPr>
              <a:xfrm>
                <a:off x="4260535" y="3493560"/>
                <a:ext cx="1005403" cy="338554"/>
              </a:xfrm>
              <a:prstGeom prst="rect">
                <a:avLst/>
              </a:prstGeom>
              <a:noFill/>
            </p:spPr>
            <p:txBody>
              <a:bodyPr wrap="none" rtlCol="0">
                <a:spAutoFit/>
              </a:bodyPr>
              <a:lstStyle/>
              <a:p>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PlayTime</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6" name="テキスト ボックス 5">
                <a:extLst>
                  <a:ext uri="{FF2B5EF4-FFF2-40B4-BE49-F238E27FC236}">
                    <a16:creationId xmlns:a16="http://schemas.microsoft.com/office/drawing/2014/main" id="{FED54F9C-4170-C2E4-6E5D-626E0BC9F170}"/>
                  </a:ext>
                </a:extLst>
              </p:cNvPr>
              <p:cNvSpPr txBox="1"/>
              <p:nvPr/>
            </p:nvSpPr>
            <p:spPr>
              <a:xfrm>
                <a:off x="5323133" y="3508783"/>
                <a:ext cx="889945" cy="400110"/>
              </a:xfrm>
              <a:prstGeom prst="rect">
                <a:avLst/>
              </a:prstGeom>
              <a:noFill/>
            </p:spPr>
            <p:txBody>
              <a:bodyPr wrap="square">
                <a:spAutoFit/>
              </a:bodyPr>
              <a:lstStyle/>
              <a:p>
                <a:r>
                  <a:rPr lang="en-US" altLang="ja-JP" sz="2000">
                    <a:solidFill>
                      <a:schemeClr val="tx1">
                        <a:lumMod val="85000"/>
                        <a:lumOff val="15000"/>
                      </a:schemeClr>
                    </a:solidFill>
                    <a:latin typeface="原稿用標準書体" panose="03000503000000000000" pitchFamily="66" charset="-128"/>
                    <a:ea typeface="原稿用標準書体" panose="03000503000000000000" pitchFamily="66" charset="-128"/>
                  </a:rPr>
                  <a:t>HH:mm</a:t>
                </a:r>
                <a:endParaRPr lang="ja-JP" altLang="en-US"/>
              </a:p>
            </p:txBody>
          </p:sp>
          <p:sp>
            <p:nvSpPr>
              <p:cNvPr id="8" name="テキスト ボックス 7">
                <a:extLst>
                  <a:ext uri="{FF2B5EF4-FFF2-40B4-BE49-F238E27FC236}">
                    <a16:creationId xmlns:a16="http://schemas.microsoft.com/office/drawing/2014/main" id="{2A6F5E49-8B81-445B-E1A2-B98E3AE42334}"/>
                  </a:ext>
                </a:extLst>
              </p:cNvPr>
              <p:cNvSpPr txBox="1"/>
              <p:nvPr/>
            </p:nvSpPr>
            <p:spPr>
              <a:xfrm>
                <a:off x="6408944" y="3493560"/>
                <a:ext cx="1107996" cy="338554"/>
              </a:xfrm>
              <a:prstGeom prst="rect">
                <a:avLst/>
              </a:prstGeom>
              <a:noFill/>
            </p:spPr>
            <p:txBody>
              <a:bodyPr wrap="none" rtlCol="0">
                <a:spAutoFit/>
              </a:bodyPr>
              <a:lstStyle/>
              <a:p>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Chapter</a:t>
                </a:r>
                <a:r>
                  <a:rPr lang="ja-JP" altLang="en-US" sz="1600" b="1">
                    <a:solidFill>
                      <a:schemeClr val="tx1">
                        <a:lumMod val="85000"/>
                        <a:lumOff val="15000"/>
                      </a:schemeClr>
                    </a:solidFill>
                    <a:latin typeface="原稿用標準書体" panose="03000503000000000000" pitchFamily="66" charset="-128"/>
                    <a:ea typeface="原稿用標準書体" panose="03000503000000000000" pitchFamily="66" charset="-128"/>
                  </a:rPr>
                  <a:t> </a:t>
                </a:r>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0</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grpSp>
      <p:grpSp>
        <p:nvGrpSpPr>
          <p:cNvPr id="11" name="グループ化 10">
            <a:extLst>
              <a:ext uri="{FF2B5EF4-FFF2-40B4-BE49-F238E27FC236}">
                <a16:creationId xmlns:a16="http://schemas.microsoft.com/office/drawing/2014/main" id="{131CB994-672A-0E47-6572-29F952636B96}"/>
              </a:ext>
            </a:extLst>
          </p:cNvPr>
          <p:cNvGrpSpPr/>
          <p:nvPr/>
        </p:nvGrpSpPr>
        <p:grpSpPr>
          <a:xfrm>
            <a:off x="4266558" y="1290004"/>
            <a:ext cx="3256407" cy="963346"/>
            <a:chOff x="4260533" y="2945547"/>
            <a:chExt cx="3256407" cy="963346"/>
          </a:xfrm>
        </p:grpSpPr>
        <p:grpSp>
          <p:nvGrpSpPr>
            <p:cNvPr id="12" name="グループ化 11">
              <a:extLst>
                <a:ext uri="{FF2B5EF4-FFF2-40B4-BE49-F238E27FC236}">
                  <a16:creationId xmlns:a16="http://schemas.microsoft.com/office/drawing/2014/main" id="{C62C5C32-553E-2596-D7B7-40BEC1DAAFC0}"/>
                </a:ext>
              </a:extLst>
            </p:cNvPr>
            <p:cNvGrpSpPr/>
            <p:nvPr/>
          </p:nvGrpSpPr>
          <p:grpSpPr>
            <a:xfrm>
              <a:off x="4260533" y="2945547"/>
              <a:ext cx="3069555" cy="400110"/>
              <a:chOff x="4472608" y="1805236"/>
              <a:chExt cx="3069555" cy="400110"/>
            </a:xfrm>
          </p:grpSpPr>
          <p:sp>
            <p:nvSpPr>
              <p:cNvPr id="19" name="テキスト ボックス 18">
                <a:extLst>
                  <a:ext uri="{FF2B5EF4-FFF2-40B4-BE49-F238E27FC236}">
                    <a16:creationId xmlns:a16="http://schemas.microsoft.com/office/drawing/2014/main" id="{0CEAA249-7F89-ED9F-48B7-E95E6EDD9025}"/>
                  </a:ext>
                </a:extLst>
              </p:cNvPr>
              <p:cNvSpPr txBox="1"/>
              <p:nvPr/>
            </p:nvSpPr>
            <p:spPr>
              <a:xfrm>
                <a:off x="4472608" y="1866792"/>
                <a:ext cx="595035" cy="338554"/>
              </a:xfrm>
              <a:prstGeom prst="rect">
                <a:avLst/>
              </a:prstGeom>
              <a:noFill/>
            </p:spPr>
            <p:txBody>
              <a:bodyPr wrap="none" rtlCol="0">
                <a:spAutoFit/>
              </a:bodyPr>
              <a:lstStyle/>
              <a:p>
                <a:pPr algn="ctr"/>
                <a:r>
                  <a:rPr lang="en-US" altLang="ja-JP" sz="1600" b="1" dirty="0">
                    <a:solidFill>
                      <a:schemeClr val="tx1">
                        <a:lumMod val="85000"/>
                        <a:lumOff val="15000"/>
                      </a:schemeClr>
                    </a:solidFill>
                    <a:latin typeface="原稿用標準書体" panose="03000503000000000000" pitchFamily="66" charset="-128"/>
                    <a:ea typeface="原稿用標準書体" panose="03000503000000000000" pitchFamily="66" charset="-128"/>
                  </a:rPr>
                  <a:t>Date</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21" name="テキスト ボックス 20">
                <a:extLst>
                  <a:ext uri="{FF2B5EF4-FFF2-40B4-BE49-F238E27FC236}">
                    <a16:creationId xmlns:a16="http://schemas.microsoft.com/office/drawing/2014/main" id="{B7369742-2A55-A6BE-B7B5-68B2BF576C68}"/>
                  </a:ext>
                </a:extLst>
              </p:cNvPr>
              <p:cNvSpPr txBox="1"/>
              <p:nvPr/>
            </p:nvSpPr>
            <p:spPr>
              <a:xfrm>
                <a:off x="5177413" y="1805236"/>
                <a:ext cx="2364750" cy="400110"/>
              </a:xfrm>
              <a:prstGeom prst="rect">
                <a:avLst/>
              </a:prstGeom>
              <a:noFill/>
            </p:spPr>
            <p:txBody>
              <a:bodyPr wrap="none" rtlCol="0">
                <a:spAutoFit/>
              </a:bodyPr>
              <a:lstStyle/>
              <a:p>
                <a:pPr algn="ctr"/>
                <a:r>
                  <a:rPr lang="en-US" altLang="ja-JP" sz="2000" dirty="0">
                    <a:solidFill>
                      <a:schemeClr val="tx1">
                        <a:lumMod val="85000"/>
                        <a:lumOff val="15000"/>
                      </a:schemeClr>
                    </a:solidFill>
                    <a:latin typeface="原稿用標準書体" panose="03000503000000000000" pitchFamily="66" charset="-128"/>
                    <a:ea typeface="原稿用標準書体" panose="03000503000000000000" pitchFamily="66" charset="-128"/>
                  </a:rPr>
                  <a:t>YYYY/MM/DD</a:t>
                </a:r>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rPr>
                  <a:t>　</a:t>
                </a:r>
                <a:r>
                  <a:rPr lang="en-US" altLang="ja-JP" sz="2000" dirty="0" err="1">
                    <a:solidFill>
                      <a:schemeClr val="tx1">
                        <a:lumMod val="85000"/>
                        <a:lumOff val="15000"/>
                      </a:schemeClr>
                    </a:solidFill>
                    <a:latin typeface="原稿用標準書体" panose="03000503000000000000" pitchFamily="66" charset="-128"/>
                    <a:ea typeface="原稿用標準書体" panose="03000503000000000000" pitchFamily="66" charset="-128"/>
                  </a:rPr>
                  <a:t>HH:mm</a:t>
                </a:r>
                <a:endParaRPr kumimoji="1" lang="ja-JP" altLang="en-US" sz="2800"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grpSp>
          <p:nvGrpSpPr>
            <p:cNvPr id="14" name="グループ化 13">
              <a:extLst>
                <a:ext uri="{FF2B5EF4-FFF2-40B4-BE49-F238E27FC236}">
                  <a16:creationId xmlns:a16="http://schemas.microsoft.com/office/drawing/2014/main" id="{D136CEF7-90FF-89CC-955F-0CAFDC76B859}"/>
                </a:ext>
              </a:extLst>
            </p:cNvPr>
            <p:cNvGrpSpPr/>
            <p:nvPr/>
          </p:nvGrpSpPr>
          <p:grpSpPr>
            <a:xfrm>
              <a:off x="4260535" y="3493560"/>
              <a:ext cx="3256405" cy="415333"/>
              <a:chOff x="4260535" y="3493560"/>
              <a:chExt cx="3256405" cy="415333"/>
            </a:xfrm>
          </p:grpSpPr>
          <p:sp>
            <p:nvSpPr>
              <p:cNvPr id="15" name="テキスト ボックス 14">
                <a:extLst>
                  <a:ext uri="{FF2B5EF4-FFF2-40B4-BE49-F238E27FC236}">
                    <a16:creationId xmlns:a16="http://schemas.microsoft.com/office/drawing/2014/main" id="{2456592E-6957-5A72-3193-BA56BB4F0AFD}"/>
                  </a:ext>
                </a:extLst>
              </p:cNvPr>
              <p:cNvSpPr txBox="1"/>
              <p:nvPr/>
            </p:nvSpPr>
            <p:spPr>
              <a:xfrm>
                <a:off x="4260535" y="3493560"/>
                <a:ext cx="1005403" cy="338554"/>
              </a:xfrm>
              <a:prstGeom prst="rect">
                <a:avLst/>
              </a:prstGeom>
              <a:noFill/>
            </p:spPr>
            <p:txBody>
              <a:bodyPr wrap="none" rtlCol="0">
                <a:spAutoFit/>
              </a:bodyPr>
              <a:lstStyle/>
              <a:p>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PlayTime</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16" name="テキスト ボックス 15">
                <a:extLst>
                  <a:ext uri="{FF2B5EF4-FFF2-40B4-BE49-F238E27FC236}">
                    <a16:creationId xmlns:a16="http://schemas.microsoft.com/office/drawing/2014/main" id="{0FDB2751-824C-D335-B1D4-53BFA8B33C6D}"/>
                  </a:ext>
                </a:extLst>
              </p:cNvPr>
              <p:cNvSpPr txBox="1"/>
              <p:nvPr/>
            </p:nvSpPr>
            <p:spPr>
              <a:xfrm>
                <a:off x="5323133" y="3508783"/>
                <a:ext cx="889945" cy="400110"/>
              </a:xfrm>
              <a:prstGeom prst="rect">
                <a:avLst/>
              </a:prstGeom>
              <a:noFill/>
            </p:spPr>
            <p:txBody>
              <a:bodyPr wrap="square">
                <a:spAutoFit/>
              </a:bodyPr>
              <a:lstStyle/>
              <a:p>
                <a:r>
                  <a:rPr lang="en-US" altLang="ja-JP" sz="2000">
                    <a:solidFill>
                      <a:schemeClr val="tx1">
                        <a:lumMod val="85000"/>
                        <a:lumOff val="15000"/>
                      </a:schemeClr>
                    </a:solidFill>
                    <a:latin typeface="原稿用標準書体" panose="03000503000000000000" pitchFamily="66" charset="-128"/>
                    <a:ea typeface="原稿用標準書体" panose="03000503000000000000" pitchFamily="66" charset="-128"/>
                  </a:rPr>
                  <a:t>HH:mm</a:t>
                </a:r>
                <a:endParaRPr lang="ja-JP" altLang="en-US"/>
              </a:p>
            </p:txBody>
          </p:sp>
          <p:sp>
            <p:nvSpPr>
              <p:cNvPr id="18" name="テキスト ボックス 17">
                <a:extLst>
                  <a:ext uri="{FF2B5EF4-FFF2-40B4-BE49-F238E27FC236}">
                    <a16:creationId xmlns:a16="http://schemas.microsoft.com/office/drawing/2014/main" id="{C0BAC99E-93CE-BE35-7B0E-7C577661E401}"/>
                  </a:ext>
                </a:extLst>
              </p:cNvPr>
              <p:cNvSpPr txBox="1"/>
              <p:nvPr/>
            </p:nvSpPr>
            <p:spPr>
              <a:xfrm>
                <a:off x="6408944" y="3493560"/>
                <a:ext cx="1107996" cy="338554"/>
              </a:xfrm>
              <a:prstGeom prst="rect">
                <a:avLst/>
              </a:prstGeom>
              <a:noFill/>
            </p:spPr>
            <p:txBody>
              <a:bodyPr wrap="none" rtlCol="0">
                <a:spAutoFit/>
              </a:bodyPr>
              <a:lstStyle/>
              <a:p>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Chapter</a:t>
                </a:r>
                <a:r>
                  <a:rPr lang="ja-JP" altLang="en-US" sz="1600" b="1">
                    <a:solidFill>
                      <a:schemeClr val="tx1">
                        <a:lumMod val="85000"/>
                        <a:lumOff val="15000"/>
                      </a:schemeClr>
                    </a:solidFill>
                    <a:latin typeface="原稿用標準書体" panose="03000503000000000000" pitchFamily="66" charset="-128"/>
                    <a:ea typeface="原稿用標準書体" panose="03000503000000000000" pitchFamily="66" charset="-128"/>
                  </a:rPr>
                  <a:t> </a:t>
                </a:r>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0</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grpSp>
      <p:grpSp>
        <p:nvGrpSpPr>
          <p:cNvPr id="32" name="グループ化 31">
            <a:extLst>
              <a:ext uri="{FF2B5EF4-FFF2-40B4-BE49-F238E27FC236}">
                <a16:creationId xmlns:a16="http://schemas.microsoft.com/office/drawing/2014/main" id="{4946E03D-F194-A089-B4E4-6836810C9047}"/>
              </a:ext>
            </a:extLst>
          </p:cNvPr>
          <p:cNvGrpSpPr/>
          <p:nvPr/>
        </p:nvGrpSpPr>
        <p:grpSpPr>
          <a:xfrm>
            <a:off x="4266558" y="6178650"/>
            <a:ext cx="3256407" cy="963346"/>
            <a:chOff x="4260533" y="2945547"/>
            <a:chExt cx="3256407" cy="963346"/>
          </a:xfrm>
        </p:grpSpPr>
        <p:grpSp>
          <p:nvGrpSpPr>
            <p:cNvPr id="34" name="グループ化 33">
              <a:extLst>
                <a:ext uri="{FF2B5EF4-FFF2-40B4-BE49-F238E27FC236}">
                  <a16:creationId xmlns:a16="http://schemas.microsoft.com/office/drawing/2014/main" id="{0693FCF6-B399-A3D3-08C3-60FFDD9B1397}"/>
                </a:ext>
              </a:extLst>
            </p:cNvPr>
            <p:cNvGrpSpPr/>
            <p:nvPr/>
          </p:nvGrpSpPr>
          <p:grpSpPr>
            <a:xfrm>
              <a:off x="4260533" y="2945547"/>
              <a:ext cx="3069555" cy="400110"/>
              <a:chOff x="4472608" y="1805236"/>
              <a:chExt cx="3069555" cy="400110"/>
            </a:xfrm>
          </p:grpSpPr>
          <p:sp>
            <p:nvSpPr>
              <p:cNvPr id="42" name="テキスト ボックス 41">
                <a:extLst>
                  <a:ext uri="{FF2B5EF4-FFF2-40B4-BE49-F238E27FC236}">
                    <a16:creationId xmlns:a16="http://schemas.microsoft.com/office/drawing/2014/main" id="{286FECEF-1BBC-F7D8-2A5D-B87D0B515AFD}"/>
                  </a:ext>
                </a:extLst>
              </p:cNvPr>
              <p:cNvSpPr txBox="1"/>
              <p:nvPr/>
            </p:nvSpPr>
            <p:spPr>
              <a:xfrm>
                <a:off x="4472608" y="1866792"/>
                <a:ext cx="595035" cy="338554"/>
              </a:xfrm>
              <a:prstGeom prst="rect">
                <a:avLst/>
              </a:prstGeom>
              <a:noFill/>
            </p:spPr>
            <p:txBody>
              <a:bodyPr wrap="none" rtlCol="0">
                <a:spAutoFit/>
              </a:bodyPr>
              <a:lstStyle/>
              <a:p>
                <a:pPr algn="ctr"/>
                <a:r>
                  <a:rPr lang="en-US" altLang="ja-JP" sz="1600" b="1" dirty="0">
                    <a:solidFill>
                      <a:schemeClr val="tx1">
                        <a:lumMod val="85000"/>
                        <a:lumOff val="15000"/>
                      </a:schemeClr>
                    </a:solidFill>
                    <a:latin typeface="原稿用標準書体" panose="03000503000000000000" pitchFamily="66" charset="-128"/>
                    <a:ea typeface="原稿用標準書体" panose="03000503000000000000" pitchFamily="66" charset="-128"/>
                  </a:rPr>
                  <a:t>Date</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43" name="テキスト ボックス 42">
                <a:extLst>
                  <a:ext uri="{FF2B5EF4-FFF2-40B4-BE49-F238E27FC236}">
                    <a16:creationId xmlns:a16="http://schemas.microsoft.com/office/drawing/2014/main" id="{F9B12CE6-0122-EC5F-70CF-D299F9062C17}"/>
                  </a:ext>
                </a:extLst>
              </p:cNvPr>
              <p:cNvSpPr txBox="1"/>
              <p:nvPr/>
            </p:nvSpPr>
            <p:spPr>
              <a:xfrm>
                <a:off x="5177413" y="1805236"/>
                <a:ext cx="2364750" cy="400110"/>
              </a:xfrm>
              <a:prstGeom prst="rect">
                <a:avLst/>
              </a:prstGeom>
              <a:noFill/>
            </p:spPr>
            <p:txBody>
              <a:bodyPr wrap="none" rtlCol="0">
                <a:spAutoFit/>
              </a:bodyPr>
              <a:lstStyle/>
              <a:p>
                <a:pPr algn="ctr"/>
                <a:r>
                  <a:rPr lang="en-US" altLang="ja-JP" sz="2000" dirty="0">
                    <a:solidFill>
                      <a:schemeClr val="tx1">
                        <a:lumMod val="85000"/>
                        <a:lumOff val="15000"/>
                      </a:schemeClr>
                    </a:solidFill>
                    <a:latin typeface="原稿用標準書体" panose="03000503000000000000" pitchFamily="66" charset="-128"/>
                    <a:ea typeface="原稿用標準書体" panose="03000503000000000000" pitchFamily="66" charset="-128"/>
                  </a:rPr>
                  <a:t>YYYY/MM/DD</a:t>
                </a:r>
                <a:r>
                  <a:rPr lang="ja-JP" altLang="en-US" sz="2000" dirty="0">
                    <a:solidFill>
                      <a:schemeClr val="tx1">
                        <a:lumMod val="85000"/>
                        <a:lumOff val="15000"/>
                      </a:schemeClr>
                    </a:solidFill>
                    <a:latin typeface="原稿用標準書体" panose="03000503000000000000" pitchFamily="66" charset="-128"/>
                    <a:ea typeface="原稿用標準書体" panose="03000503000000000000" pitchFamily="66" charset="-128"/>
                  </a:rPr>
                  <a:t>　</a:t>
                </a:r>
                <a:r>
                  <a:rPr lang="en-US" altLang="ja-JP" sz="2000" dirty="0" err="1">
                    <a:solidFill>
                      <a:schemeClr val="tx1">
                        <a:lumMod val="85000"/>
                        <a:lumOff val="15000"/>
                      </a:schemeClr>
                    </a:solidFill>
                    <a:latin typeface="原稿用標準書体" panose="03000503000000000000" pitchFamily="66" charset="-128"/>
                    <a:ea typeface="原稿用標準書体" panose="03000503000000000000" pitchFamily="66" charset="-128"/>
                  </a:rPr>
                  <a:t>HH:mm</a:t>
                </a:r>
                <a:endParaRPr kumimoji="1" lang="ja-JP" altLang="en-US" sz="2800"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grpSp>
          <p:nvGrpSpPr>
            <p:cNvPr id="36" name="グループ化 35">
              <a:extLst>
                <a:ext uri="{FF2B5EF4-FFF2-40B4-BE49-F238E27FC236}">
                  <a16:creationId xmlns:a16="http://schemas.microsoft.com/office/drawing/2014/main" id="{2CBE04F2-B273-3C2D-3B12-04ADC0437DC8}"/>
                </a:ext>
              </a:extLst>
            </p:cNvPr>
            <p:cNvGrpSpPr/>
            <p:nvPr/>
          </p:nvGrpSpPr>
          <p:grpSpPr>
            <a:xfrm>
              <a:off x="4260535" y="3493560"/>
              <a:ext cx="3256405" cy="415333"/>
              <a:chOff x="4260535" y="3493560"/>
              <a:chExt cx="3256405" cy="415333"/>
            </a:xfrm>
          </p:grpSpPr>
          <p:sp>
            <p:nvSpPr>
              <p:cNvPr id="37" name="テキスト ボックス 36">
                <a:extLst>
                  <a:ext uri="{FF2B5EF4-FFF2-40B4-BE49-F238E27FC236}">
                    <a16:creationId xmlns:a16="http://schemas.microsoft.com/office/drawing/2014/main" id="{ADE19F8C-8852-1078-AF5A-8BBB66D81409}"/>
                  </a:ext>
                </a:extLst>
              </p:cNvPr>
              <p:cNvSpPr txBox="1"/>
              <p:nvPr/>
            </p:nvSpPr>
            <p:spPr>
              <a:xfrm>
                <a:off x="4260535" y="3493560"/>
                <a:ext cx="1005403" cy="338554"/>
              </a:xfrm>
              <a:prstGeom prst="rect">
                <a:avLst/>
              </a:prstGeom>
              <a:noFill/>
            </p:spPr>
            <p:txBody>
              <a:bodyPr wrap="none" rtlCol="0">
                <a:spAutoFit/>
              </a:bodyPr>
              <a:lstStyle/>
              <a:p>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PlayTime</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sp>
            <p:nvSpPr>
              <p:cNvPr id="40" name="テキスト ボックス 39">
                <a:extLst>
                  <a:ext uri="{FF2B5EF4-FFF2-40B4-BE49-F238E27FC236}">
                    <a16:creationId xmlns:a16="http://schemas.microsoft.com/office/drawing/2014/main" id="{92E85A10-C35F-73A1-7610-5B5CDDBFB0B6}"/>
                  </a:ext>
                </a:extLst>
              </p:cNvPr>
              <p:cNvSpPr txBox="1"/>
              <p:nvPr/>
            </p:nvSpPr>
            <p:spPr>
              <a:xfrm>
                <a:off x="5323133" y="3508783"/>
                <a:ext cx="889945" cy="400110"/>
              </a:xfrm>
              <a:prstGeom prst="rect">
                <a:avLst/>
              </a:prstGeom>
              <a:noFill/>
            </p:spPr>
            <p:txBody>
              <a:bodyPr wrap="square">
                <a:spAutoFit/>
              </a:bodyPr>
              <a:lstStyle/>
              <a:p>
                <a:r>
                  <a:rPr lang="en-US" altLang="ja-JP" sz="2000">
                    <a:solidFill>
                      <a:schemeClr val="tx1">
                        <a:lumMod val="85000"/>
                        <a:lumOff val="15000"/>
                      </a:schemeClr>
                    </a:solidFill>
                    <a:latin typeface="原稿用標準書体" panose="03000503000000000000" pitchFamily="66" charset="-128"/>
                    <a:ea typeface="原稿用標準書体" panose="03000503000000000000" pitchFamily="66" charset="-128"/>
                  </a:rPr>
                  <a:t>HH:mm</a:t>
                </a:r>
                <a:endParaRPr lang="ja-JP" altLang="en-US"/>
              </a:p>
            </p:txBody>
          </p:sp>
          <p:sp>
            <p:nvSpPr>
              <p:cNvPr id="41" name="テキスト ボックス 40">
                <a:extLst>
                  <a:ext uri="{FF2B5EF4-FFF2-40B4-BE49-F238E27FC236}">
                    <a16:creationId xmlns:a16="http://schemas.microsoft.com/office/drawing/2014/main" id="{B371B262-EB2B-61C0-A836-98B485B1E747}"/>
                  </a:ext>
                </a:extLst>
              </p:cNvPr>
              <p:cNvSpPr txBox="1"/>
              <p:nvPr/>
            </p:nvSpPr>
            <p:spPr>
              <a:xfrm>
                <a:off x="6408944" y="3493560"/>
                <a:ext cx="1107996" cy="338554"/>
              </a:xfrm>
              <a:prstGeom prst="rect">
                <a:avLst/>
              </a:prstGeom>
              <a:noFill/>
            </p:spPr>
            <p:txBody>
              <a:bodyPr wrap="none" rtlCol="0">
                <a:spAutoFit/>
              </a:bodyPr>
              <a:lstStyle/>
              <a:p>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Chapter</a:t>
                </a:r>
                <a:r>
                  <a:rPr lang="ja-JP" altLang="en-US" sz="1600" b="1">
                    <a:solidFill>
                      <a:schemeClr val="tx1">
                        <a:lumMod val="85000"/>
                        <a:lumOff val="15000"/>
                      </a:schemeClr>
                    </a:solidFill>
                    <a:latin typeface="原稿用標準書体" panose="03000503000000000000" pitchFamily="66" charset="-128"/>
                    <a:ea typeface="原稿用標準書体" panose="03000503000000000000" pitchFamily="66" charset="-128"/>
                  </a:rPr>
                  <a:t> </a:t>
                </a:r>
                <a:r>
                  <a:rPr lang="en-US" altLang="ja-JP" sz="1600" b="1">
                    <a:solidFill>
                      <a:schemeClr val="tx1">
                        <a:lumMod val="85000"/>
                        <a:lumOff val="15000"/>
                      </a:schemeClr>
                    </a:solidFill>
                    <a:latin typeface="原稿用標準書体" panose="03000503000000000000" pitchFamily="66" charset="-128"/>
                    <a:ea typeface="原稿用標準書体" panose="03000503000000000000" pitchFamily="66" charset="-128"/>
                  </a:rPr>
                  <a:t>0</a:t>
                </a:r>
                <a:endParaRPr kumimoji="1" lang="ja-JP" altLang="en-US" sz="2000" b="1" dirty="0">
                  <a:solidFill>
                    <a:schemeClr val="tx1">
                      <a:lumMod val="85000"/>
                      <a:lumOff val="15000"/>
                    </a:schemeClr>
                  </a:solidFill>
                  <a:latin typeface="原稿用標準書体" panose="03000503000000000000" pitchFamily="66" charset="-128"/>
                  <a:ea typeface="原稿用標準書体" panose="03000503000000000000" pitchFamily="66" charset="-128"/>
                </a:endParaRPr>
              </a:p>
            </p:txBody>
          </p:sp>
        </p:grpSp>
      </p:grpSp>
      <p:grpSp>
        <p:nvGrpSpPr>
          <p:cNvPr id="44" name="グループ化 43">
            <a:extLst>
              <a:ext uri="{FF2B5EF4-FFF2-40B4-BE49-F238E27FC236}">
                <a16:creationId xmlns:a16="http://schemas.microsoft.com/office/drawing/2014/main" id="{30D05BD0-D1B3-2E52-6575-190E05BDF500}"/>
              </a:ext>
            </a:extLst>
          </p:cNvPr>
          <p:cNvGrpSpPr/>
          <p:nvPr/>
        </p:nvGrpSpPr>
        <p:grpSpPr>
          <a:xfrm>
            <a:off x="169071" y="5261608"/>
            <a:ext cx="1975684" cy="1396119"/>
            <a:chOff x="163586" y="134635"/>
            <a:chExt cx="1975684" cy="1396119"/>
          </a:xfrm>
        </p:grpSpPr>
        <p:grpSp>
          <p:nvGrpSpPr>
            <p:cNvPr id="46" name="グループ化 45">
              <a:extLst>
                <a:ext uri="{FF2B5EF4-FFF2-40B4-BE49-F238E27FC236}">
                  <a16:creationId xmlns:a16="http://schemas.microsoft.com/office/drawing/2014/main" id="{7170A814-5C13-C1C2-ECE6-F9143F874359}"/>
                </a:ext>
              </a:extLst>
            </p:cNvPr>
            <p:cNvGrpSpPr/>
            <p:nvPr/>
          </p:nvGrpSpPr>
          <p:grpSpPr>
            <a:xfrm>
              <a:off x="163586" y="134635"/>
              <a:ext cx="1975684" cy="1396119"/>
              <a:chOff x="163586" y="134635"/>
              <a:chExt cx="1975684" cy="1396119"/>
            </a:xfrm>
          </p:grpSpPr>
          <p:pic>
            <p:nvPicPr>
              <p:cNvPr id="52" name="図 51">
                <a:extLst>
                  <a:ext uri="{FF2B5EF4-FFF2-40B4-BE49-F238E27FC236}">
                    <a16:creationId xmlns:a16="http://schemas.microsoft.com/office/drawing/2014/main" id="{CB12456B-3424-C842-6E71-2DEC14F4D9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586" y="134635"/>
                <a:ext cx="1975684" cy="1396119"/>
              </a:xfrm>
              <a:prstGeom prst="rect">
                <a:avLst/>
              </a:prstGeom>
            </p:spPr>
          </p:pic>
          <p:sp>
            <p:nvSpPr>
              <p:cNvPr id="54" name="楕円 53">
                <a:extLst>
                  <a:ext uri="{FF2B5EF4-FFF2-40B4-BE49-F238E27FC236}">
                    <a16:creationId xmlns:a16="http://schemas.microsoft.com/office/drawing/2014/main" id="{022A0FCB-048D-C9CF-FA52-DB3ED7F6C1AB}"/>
                  </a:ext>
                </a:extLst>
              </p:cNvPr>
              <p:cNvSpPr/>
              <p:nvPr/>
            </p:nvSpPr>
            <p:spPr>
              <a:xfrm>
                <a:off x="836705" y="517971"/>
                <a:ext cx="629447" cy="62944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0" name="図 49">
              <a:extLst>
                <a:ext uri="{FF2B5EF4-FFF2-40B4-BE49-F238E27FC236}">
                  <a16:creationId xmlns:a16="http://schemas.microsoft.com/office/drawing/2014/main" id="{6AF0C1B2-F70E-25A0-FFEA-154046E6E5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3639" y="619261"/>
              <a:ext cx="435579" cy="426867"/>
            </a:xfrm>
            <a:prstGeom prst="rect">
              <a:avLst/>
            </a:prstGeom>
          </p:spPr>
        </p:pic>
      </p:grpSp>
      <p:sp>
        <p:nvSpPr>
          <p:cNvPr id="4" name="正方形/長方形 3">
            <a:extLst>
              <a:ext uri="{FF2B5EF4-FFF2-40B4-BE49-F238E27FC236}">
                <a16:creationId xmlns:a16="http://schemas.microsoft.com/office/drawing/2014/main" id="{F8CAEB28-89D4-7EF4-A1B4-EFFCC0B8C859}"/>
              </a:ext>
            </a:extLst>
          </p:cNvPr>
          <p:cNvSpPr>
            <a:spLocks/>
          </p:cNvSpPr>
          <p:nvPr/>
        </p:nvSpPr>
        <p:spPr>
          <a:xfrm>
            <a:off x="0" y="-1"/>
            <a:ext cx="12192000" cy="6858001"/>
          </a:xfrm>
          <a:prstGeom prst="rect">
            <a:avLst/>
          </a:prstGeom>
          <a:solidFill>
            <a:schemeClr val="tx1">
              <a:lumMod val="85000"/>
              <a:lumOff val="1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 name="グループ化 1">
            <a:extLst>
              <a:ext uri="{FF2B5EF4-FFF2-40B4-BE49-F238E27FC236}">
                <a16:creationId xmlns:a16="http://schemas.microsoft.com/office/drawing/2014/main" id="{5597672E-7981-D36E-DD37-C1B60F8CBE6E}"/>
              </a:ext>
            </a:extLst>
          </p:cNvPr>
          <p:cNvGrpSpPr/>
          <p:nvPr/>
        </p:nvGrpSpPr>
        <p:grpSpPr>
          <a:xfrm>
            <a:off x="2267222" y="1823170"/>
            <a:ext cx="7657556" cy="3211661"/>
            <a:chOff x="2267222" y="1823170"/>
            <a:chExt cx="7657556" cy="3211661"/>
          </a:xfrm>
        </p:grpSpPr>
        <p:sp>
          <p:nvSpPr>
            <p:cNvPr id="5" name="四角形: 角を丸くする 4">
              <a:extLst>
                <a:ext uri="{FF2B5EF4-FFF2-40B4-BE49-F238E27FC236}">
                  <a16:creationId xmlns:a16="http://schemas.microsoft.com/office/drawing/2014/main" id="{9BDDB8A7-21AC-6CAF-2F87-EB113B43263D}"/>
                </a:ext>
              </a:extLst>
            </p:cNvPr>
            <p:cNvSpPr/>
            <p:nvPr/>
          </p:nvSpPr>
          <p:spPr>
            <a:xfrm>
              <a:off x="2267222" y="1823170"/>
              <a:ext cx="7657556" cy="3211661"/>
            </a:xfrm>
            <a:prstGeom prst="roundRect">
              <a:avLst/>
            </a:prstGeom>
            <a:solidFill>
              <a:srgbClr val="FFA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402E18AB-89EC-F138-77B2-ACD85773D6BC}"/>
                </a:ext>
              </a:extLst>
            </p:cNvPr>
            <p:cNvSpPr txBox="1"/>
            <p:nvPr/>
          </p:nvSpPr>
          <p:spPr>
            <a:xfrm>
              <a:off x="2841751" y="2384084"/>
              <a:ext cx="6508513" cy="584775"/>
            </a:xfrm>
            <a:prstGeom prst="rect">
              <a:avLst/>
            </a:prstGeom>
            <a:noFill/>
          </p:spPr>
          <p:txBody>
            <a:bodyPr wrap="none" rtlCol="0">
              <a:spAutoFit/>
            </a:bodyPr>
            <a:lstStyle/>
            <a:p>
              <a:pPr algn="ctr"/>
              <a:r>
                <a:rPr lang="ja-JP" altLang="en-US" sz="3200" b="1">
                  <a:solidFill>
                    <a:schemeClr val="tx1">
                      <a:lumMod val="85000"/>
                      <a:lumOff val="15000"/>
                    </a:schemeClr>
                  </a:solidFill>
                  <a:latin typeface="和音 Joyo R" panose="00000500000000000000" pitchFamily="50" charset="-128"/>
                  <a:ea typeface="和音 Joyo R" panose="00000500000000000000" pitchFamily="50" charset="-128"/>
                </a:rPr>
                <a:t>セーブデータを上書きしますか？</a:t>
              </a:r>
              <a:endParaRPr kumimoji="1" lang="ja-JP" altLang="en-US" sz="4000" b="1" dirty="0">
                <a:solidFill>
                  <a:schemeClr val="tx1">
                    <a:lumMod val="85000"/>
                    <a:lumOff val="15000"/>
                  </a:schemeClr>
                </a:solidFill>
                <a:latin typeface="和音 Joyo R" panose="00000500000000000000" pitchFamily="50" charset="-128"/>
                <a:ea typeface="和音 Joyo R" panose="00000500000000000000" pitchFamily="50" charset="-128"/>
              </a:endParaRPr>
            </a:p>
          </p:txBody>
        </p:sp>
        <p:sp>
          <p:nvSpPr>
            <p:cNvPr id="45" name="四角形: 角を丸くする 44">
              <a:extLst>
                <a:ext uri="{FF2B5EF4-FFF2-40B4-BE49-F238E27FC236}">
                  <a16:creationId xmlns:a16="http://schemas.microsoft.com/office/drawing/2014/main" id="{5C35CBF5-B326-A4EA-0397-0FDC3074B68D}"/>
                </a:ext>
              </a:extLst>
            </p:cNvPr>
            <p:cNvSpPr/>
            <p:nvPr/>
          </p:nvSpPr>
          <p:spPr>
            <a:xfrm>
              <a:off x="6323378" y="3797078"/>
              <a:ext cx="2138224" cy="767022"/>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latin typeface="和音 Joyo R" panose="00000500000000000000" pitchFamily="50" charset="-128"/>
                  <a:ea typeface="和音 Joyo R" panose="00000500000000000000" pitchFamily="50" charset="-128"/>
                </a:rPr>
                <a:t>はい</a:t>
              </a:r>
              <a:endParaRPr kumimoji="1" lang="ja-JP" altLang="en-US" sz="2400" dirty="0">
                <a:latin typeface="和音 Joyo R" panose="00000500000000000000" pitchFamily="50" charset="-128"/>
                <a:ea typeface="和音 Joyo R" panose="00000500000000000000" pitchFamily="50" charset="-128"/>
              </a:endParaRPr>
            </a:p>
          </p:txBody>
        </p:sp>
        <p:sp>
          <p:nvSpPr>
            <p:cNvPr id="47" name="四角形: 角を丸くする 46">
              <a:extLst>
                <a:ext uri="{FF2B5EF4-FFF2-40B4-BE49-F238E27FC236}">
                  <a16:creationId xmlns:a16="http://schemas.microsoft.com/office/drawing/2014/main" id="{C47A3B54-8468-F47B-ED7B-2F52D0B3FB95}"/>
                </a:ext>
              </a:extLst>
            </p:cNvPr>
            <p:cNvSpPr/>
            <p:nvPr/>
          </p:nvSpPr>
          <p:spPr>
            <a:xfrm>
              <a:off x="3730400" y="3797078"/>
              <a:ext cx="2138224" cy="767022"/>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latin typeface="和音 Joyo R" panose="00000500000000000000" pitchFamily="50" charset="-128"/>
                  <a:ea typeface="和音 Joyo R" panose="00000500000000000000" pitchFamily="50" charset="-128"/>
                </a:rPr>
                <a:t>いいえ</a:t>
              </a:r>
              <a:endParaRPr kumimoji="1" lang="ja-JP" altLang="en-US" sz="2400" dirty="0">
                <a:latin typeface="和音 Joyo R" panose="00000500000000000000" pitchFamily="50" charset="-128"/>
                <a:ea typeface="和音 Joyo R" panose="00000500000000000000" pitchFamily="50" charset="-128"/>
              </a:endParaRPr>
            </a:p>
          </p:txBody>
        </p:sp>
        <p:sp>
          <p:nvSpPr>
            <p:cNvPr id="56" name="テキスト ボックス 55">
              <a:extLst>
                <a:ext uri="{FF2B5EF4-FFF2-40B4-BE49-F238E27FC236}">
                  <a16:creationId xmlns:a16="http://schemas.microsoft.com/office/drawing/2014/main" id="{ABB54692-D3EE-5A0F-A0C8-28C4877963B5}"/>
                </a:ext>
              </a:extLst>
            </p:cNvPr>
            <p:cNvSpPr txBox="1"/>
            <p:nvPr/>
          </p:nvSpPr>
          <p:spPr>
            <a:xfrm>
              <a:off x="3631223" y="3112065"/>
              <a:ext cx="4929555" cy="369332"/>
            </a:xfrm>
            <a:prstGeom prst="rect">
              <a:avLst/>
            </a:prstGeom>
            <a:noFill/>
          </p:spPr>
          <p:txBody>
            <a:bodyPr wrap="none" rtlCol="0">
              <a:spAutoFit/>
            </a:bodyPr>
            <a:lstStyle/>
            <a:p>
              <a:pPr algn="ctr"/>
              <a:r>
                <a:rPr kumimoji="1" lang="en-US" altLang="ja-JP" b="1">
                  <a:solidFill>
                    <a:srgbClr val="C00000"/>
                  </a:solidFill>
                  <a:latin typeface="和音 Joyo R" panose="00000500000000000000" pitchFamily="50" charset="-128"/>
                  <a:ea typeface="和音 Joyo R" panose="00000500000000000000" pitchFamily="50" charset="-128"/>
                </a:rPr>
                <a:t>※</a:t>
              </a:r>
              <a:r>
                <a:rPr kumimoji="1" lang="ja-JP" altLang="en-US" b="1">
                  <a:solidFill>
                    <a:srgbClr val="C00000"/>
                  </a:solidFill>
                  <a:latin typeface="和音 Joyo R" panose="00000500000000000000" pitchFamily="50" charset="-128"/>
                  <a:ea typeface="和音 Joyo R" panose="00000500000000000000" pitchFamily="50" charset="-128"/>
                </a:rPr>
                <a:t>上書きされるデータは消えてしまいます。</a:t>
              </a:r>
              <a:endParaRPr kumimoji="1" lang="ja-JP" altLang="en-US" sz="2400" b="1" dirty="0">
                <a:solidFill>
                  <a:srgbClr val="C00000"/>
                </a:solidFill>
                <a:latin typeface="和音 Joyo R" panose="00000500000000000000" pitchFamily="50" charset="-128"/>
                <a:ea typeface="和音 Joyo R" panose="00000500000000000000" pitchFamily="50" charset="-128"/>
              </a:endParaRPr>
            </a:p>
          </p:txBody>
        </p:sp>
      </p:grpSp>
    </p:spTree>
    <p:extLst>
      <p:ext uri="{BB962C8B-B14F-4D97-AF65-F5344CB8AC3E}">
        <p14:creationId xmlns:p14="http://schemas.microsoft.com/office/powerpoint/2010/main" val="1007904196"/>
      </p:ext>
    </p:extLst>
  </p:cSld>
  <p:clrMapOvr>
    <a:masterClrMapping/>
  </p:clrMapOvr>
</p:sld>
</file>

<file path=ppt/theme/theme1.xml><?xml version="1.0" encoding="utf-8"?>
<a:theme xmlns:a="http://schemas.openxmlformats.org/drawingml/2006/main" name="Office テーマ">
  <a:themeElements>
    <a:clrScheme name="ユーザー定義 1">
      <a:dk1>
        <a:sysClr val="windowText" lastClr="000000"/>
      </a:dk1>
      <a:lt1>
        <a:sysClr val="window" lastClr="FFFFFF"/>
      </a:lt1>
      <a:dk2>
        <a:srgbClr val="0E2841"/>
      </a:dk2>
      <a:lt2>
        <a:srgbClr val="E8E8E8"/>
      </a:lt2>
      <a:accent1>
        <a:srgbClr val="C00000"/>
      </a:accent1>
      <a:accent2>
        <a:srgbClr val="FFC000"/>
      </a:accent2>
      <a:accent3>
        <a:srgbClr val="00B050"/>
      </a:accent3>
      <a:accent4>
        <a:srgbClr val="00B0F0"/>
      </a:accent4>
      <a:accent5>
        <a:srgbClr val="0070C0"/>
      </a:accent5>
      <a:accent6>
        <a:srgbClr val="7030A0"/>
      </a:accent6>
      <a:hlink>
        <a:srgbClr val="92D050"/>
      </a:hlink>
      <a:folHlink>
        <a:srgbClr val="002060"/>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102833</TotalTime>
  <Words>555</Words>
  <Application>Microsoft Office PowerPoint</Application>
  <PresentationFormat>ワイド画面</PresentationFormat>
  <Paragraphs>286</Paragraphs>
  <Slides>21</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21</vt:i4>
      </vt:variant>
    </vt:vector>
  </HeadingPairs>
  <TitlesOfParts>
    <vt:vector size="28" baseType="lpstr">
      <vt:lpstr>原稿用標準書体</vt:lpstr>
      <vt:lpstr>瀞ノグリッチ黒体 H1</vt:lpstr>
      <vt:lpstr>和音 Joyo R</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13 player</dc:creator>
  <cp:lastModifiedBy>13 player</cp:lastModifiedBy>
  <cp:revision>52</cp:revision>
  <dcterms:created xsi:type="dcterms:W3CDTF">2026-01-25T19:21:58Z</dcterms:created>
  <dcterms:modified xsi:type="dcterms:W3CDTF">2026-09-12T10:59:17Z</dcterms:modified>
</cp:coreProperties>
</file>